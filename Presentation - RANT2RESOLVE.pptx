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66" r:id="rId6"/>
    <p:sldId id="260" r:id="rId7"/>
    <p:sldId id="269" r:id="rId8"/>
    <p:sldId id="271" r:id="rId9"/>
  </p:sldIdLst>
  <p:sldSz cx="18288000" cy="10287000"/>
  <p:notesSz cx="6858000" cy="9144000"/>
  <p:embeddedFontLst>
    <p:embeddedFont>
      <p:font typeface="Carlito" panose="020B0604020202020204" charset="0"/>
      <p:regular r:id="rId10"/>
    </p:embeddedFont>
    <p:embeddedFont>
      <p:font typeface="Radley" panose="020B0604020202020204" charset="0"/>
      <p:regular r:id="rId11"/>
    </p:embeddedFont>
    <p:embeddedFont>
      <p:font typeface="Radley Italics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3DA68A-25A7-44CE-8FD6-422FA337F090}" v="83" dt="2026-01-29T06:57:47.2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GESH RAGOLU" userId="1b3eb2b5220c83fa" providerId="LiveId" clId="{DBF4D0CC-8E30-4315-A440-71DF25AC633D}"/>
    <pc:docChg chg="undo redo custSel addSld delSld modSld sldOrd">
      <pc:chgData name="NAGESH RAGOLU" userId="1b3eb2b5220c83fa" providerId="LiveId" clId="{DBF4D0CC-8E30-4315-A440-71DF25AC633D}" dt="2026-01-29T06:58:44.815" v="1819" actId="1076"/>
      <pc:docMkLst>
        <pc:docMk/>
      </pc:docMkLst>
      <pc:sldChg chg="addSp delSp modSp mod">
        <pc:chgData name="NAGESH RAGOLU" userId="1b3eb2b5220c83fa" providerId="LiveId" clId="{DBF4D0CC-8E30-4315-A440-71DF25AC633D}" dt="2026-01-29T04:45:29.333" v="384" actId="478"/>
        <pc:sldMkLst>
          <pc:docMk/>
          <pc:sldMk cId="0" sldId="256"/>
        </pc:sldMkLst>
        <pc:spChg chg="mod">
          <ac:chgData name="NAGESH RAGOLU" userId="1b3eb2b5220c83fa" providerId="LiveId" clId="{DBF4D0CC-8E30-4315-A440-71DF25AC633D}" dt="2026-01-29T04:10:31.109" v="31" actId="404"/>
          <ac:spMkLst>
            <pc:docMk/>
            <pc:sldMk cId="0" sldId="256"/>
            <ac:spMk id="6" creationId="{00000000-0000-0000-0000-000000000000}"/>
          </ac:spMkLst>
        </pc:spChg>
        <pc:spChg chg="del mod">
          <ac:chgData name="NAGESH RAGOLU" userId="1b3eb2b5220c83fa" providerId="LiveId" clId="{DBF4D0CC-8E30-4315-A440-71DF25AC633D}" dt="2026-01-29T04:39:46.317" v="119" actId="478"/>
          <ac:spMkLst>
            <pc:docMk/>
            <pc:sldMk cId="0" sldId="256"/>
            <ac:spMk id="7" creationId="{00000000-0000-0000-0000-000000000000}"/>
          </ac:spMkLst>
        </pc:spChg>
        <pc:spChg chg="del mod">
          <ac:chgData name="NAGESH RAGOLU" userId="1b3eb2b5220c83fa" providerId="LiveId" clId="{DBF4D0CC-8E30-4315-A440-71DF25AC633D}" dt="2026-01-29T04:40:28.060" v="143" actId="478"/>
          <ac:spMkLst>
            <pc:docMk/>
            <pc:sldMk cId="0" sldId="256"/>
            <ac:spMk id="8" creationId="{00000000-0000-0000-0000-000000000000}"/>
          </ac:spMkLst>
        </pc:spChg>
        <pc:spChg chg="add del">
          <ac:chgData name="NAGESH RAGOLU" userId="1b3eb2b5220c83fa" providerId="LiveId" clId="{DBF4D0CC-8E30-4315-A440-71DF25AC633D}" dt="2026-01-29T04:41:14.991" v="147" actId="22"/>
          <ac:spMkLst>
            <pc:docMk/>
            <pc:sldMk cId="0" sldId="256"/>
            <ac:spMk id="10" creationId="{41BC957F-BD76-6673-ED64-7C9304C3CA77}"/>
          </ac:spMkLst>
        </pc:spChg>
        <pc:spChg chg="add mod">
          <ac:chgData name="NAGESH RAGOLU" userId="1b3eb2b5220c83fa" providerId="LiveId" clId="{DBF4D0CC-8E30-4315-A440-71DF25AC633D}" dt="2026-01-29T04:43:49.780" v="272" actId="1076"/>
          <ac:spMkLst>
            <pc:docMk/>
            <pc:sldMk cId="0" sldId="256"/>
            <ac:spMk id="12" creationId="{3BBD0D4C-0BA3-5179-A6BD-21AF8D08FA1D}"/>
          </ac:spMkLst>
        </pc:spChg>
        <pc:spChg chg="add del">
          <ac:chgData name="NAGESH RAGOLU" userId="1b3eb2b5220c83fa" providerId="LiveId" clId="{DBF4D0CC-8E30-4315-A440-71DF25AC633D}" dt="2026-01-29T04:44:10.218" v="276" actId="22"/>
          <ac:spMkLst>
            <pc:docMk/>
            <pc:sldMk cId="0" sldId="256"/>
            <ac:spMk id="14" creationId="{D6177B20-B420-3B5E-BBAE-B4FB743E249D}"/>
          </ac:spMkLst>
        </pc:spChg>
        <pc:spChg chg="add del mod">
          <ac:chgData name="NAGESH RAGOLU" userId="1b3eb2b5220c83fa" providerId="LiveId" clId="{DBF4D0CC-8E30-4315-A440-71DF25AC633D}" dt="2026-01-29T04:45:29.333" v="384" actId="478"/>
          <ac:spMkLst>
            <pc:docMk/>
            <pc:sldMk cId="0" sldId="256"/>
            <ac:spMk id="16" creationId="{077298F1-DAAE-4537-85D6-4E510EB6BDE9}"/>
          </ac:spMkLst>
        </pc:spChg>
        <pc:grpChg chg="del">
          <ac:chgData name="NAGESH RAGOLU" userId="1b3eb2b5220c83fa" providerId="LiveId" clId="{DBF4D0CC-8E30-4315-A440-71DF25AC633D}" dt="2026-01-29T04:11:01.819" v="46" actId="478"/>
          <ac:grpSpMkLst>
            <pc:docMk/>
            <pc:sldMk cId="0" sldId="256"/>
            <ac:grpSpMk id="2" creationId="{00000000-0000-0000-0000-000000000000}"/>
          </ac:grpSpMkLst>
        </pc:grpChg>
      </pc:sldChg>
      <pc:sldChg chg="delSp modSp mod ord">
        <pc:chgData name="NAGESH RAGOLU" userId="1b3eb2b5220c83fa" providerId="LiveId" clId="{DBF4D0CC-8E30-4315-A440-71DF25AC633D}" dt="2026-01-29T06:13:19.680" v="1063"/>
        <pc:sldMkLst>
          <pc:docMk/>
          <pc:sldMk cId="0" sldId="257"/>
        </pc:sldMkLst>
        <pc:spChg chg="mod">
          <ac:chgData name="NAGESH RAGOLU" userId="1b3eb2b5220c83fa" providerId="LiveId" clId="{DBF4D0CC-8E30-4315-A440-71DF25AC633D}" dt="2026-01-29T05:40:26.785" v="613" actId="14100"/>
          <ac:spMkLst>
            <pc:docMk/>
            <pc:sldMk cId="0" sldId="257"/>
            <ac:spMk id="5" creationId="{00000000-0000-0000-0000-000000000000}"/>
          </ac:spMkLst>
        </pc:spChg>
        <pc:spChg chg="mod">
          <ac:chgData name="NAGESH RAGOLU" userId="1b3eb2b5220c83fa" providerId="LiveId" clId="{DBF4D0CC-8E30-4315-A440-71DF25AC633D}" dt="2026-01-29T05:39:41.997" v="608" actId="1036"/>
          <ac:spMkLst>
            <pc:docMk/>
            <pc:sldMk cId="0" sldId="257"/>
            <ac:spMk id="6" creationId="{00000000-0000-0000-0000-000000000000}"/>
          </ac:spMkLst>
        </pc:spChg>
        <pc:spChg chg="mod">
          <ac:chgData name="NAGESH RAGOLU" userId="1b3eb2b5220c83fa" providerId="LiveId" clId="{DBF4D0CC-8E30-4315-A440-71DF25AC633D}" dt="2026-01-29T05:39:37.013" v="597" actId="1035"/>
          <ac:spMkLst>
            <pc:docMk/>
            <pc:sldMk cId="0" sldId="257"/>
            <ac:spMk id="7" creationId="{00000000-0000-0000-0000-000000000000}"/>
          </ac:spMkLst>
        </pc:spChg>
        <pc:spChg chg="mod">
          <ac:chgData name="NAGESH RAGOLU" userId="1b3eb2b5220c83fa" providerId="LiveId" clId="{DBF4D0CC-8E30-4315-A440-71DF25AC633D}" dt="2026-01-29T05:33:21.997" v="524"/>
          <ac:spMkLst>
            <pc:docMk/>
            <pc:sldMk cId="0" sldId="257"/>
            <ac:spMk id="8" creationId="{00000000-0000-0000-0000-000000000000}"/>
          </ac:spMkLst>
        </pc:spChg>
        <pc:grpChg chg="del">
          <ac:chgData name="NAGESH RAGOLU" userId="1b3eb2b5220c83fa" providerId="LiveId" clId="{DBF4D0CC-8E30-4315-A440-71DF25AC633D}" dt="2026-01-29T05:37:10.570" v="545" actId="478"/>
          <ac:grpSpMkLst>
            <pc:docMk/>
            <pc:sldMk cId="0" sldId="257"/>
            <ac:grpSpMk id="2" creationId="{00000000-0000-0000-0000-000000000000}"/>
          </ac:grpSpMkLst>
        </pc:grpChg>
        <pc:grpChg chg="mod">
          <ac:chgData name="NAGESH RAGOLU" userId="1b3eb2b5220c83fa" providerId="LiveId" clId="{DBF4D0CC-8E30-4315-A440-71DF25AC633D}" dt="2026-01-29T05:40:37.552" v="614" actId="14100"/>
          <ac:grpSpMkLst>
            <pc:docMk/>
            <pc:sldMk cId="0" sldId="257"/>
            <ac:grpSpMk id="4" creationId="{00000000-0000-0000-0000-000000000000}"/>
          </ac:grpSpMkLst>
        </pc:grpChg>
        <pc:grpChg chg="mod">
          <ac:chgData name="NAGESH RAGOLU" userId="1b3eb2b5220c83fa" providerId="LiveId" clId="{DBF4D0CC-8E30-4315-A440-71DF25AC633D}" dt="2026-01-29T05:40:10.721" v="611" actId="1076"/>
          <ac:grpSpMkLst>
            <pc:docMk/>
            <pc:sldMk cId="0" sldId="257"/>
            <ac:grpSpMk id="9" creationId="{00000000-0000-0000-0000-000000000000}"/>
          </ac:grpSpMkLst>
        </pc:grpChg>
      </pc:sldChg>
      <pc:sldChg chg="addSp delSp modSp mod">
        <pc:chgData name="NAGESH RAGOLU" userId="1b3eb2b5220c83fa" providerId="LiveId" clId="{DBF4D0CC-8E30-4315-A440-71DF25AC633D}" dt="2026-01-29T06:03:02.389" v="956" actId="20577"/>
        <pc:sldMkLst>
          <pc:docMk/>
          <pc:sldMk cId="0" sldId="258"/>
        </pc:sldMkLst>
        <pc:spChg chg="mod">
          <ac:chgData name="NAGESH RAGOLU" userId="1b3eb2b5220c83fa" providerId="LiveId" clId="{DBF4D0CC-8E30-4315-A440-71DF25AC633D}" dt="2026-01-29T05:50:15.638" v="748" actId="1036"/>
          <ac:spMkLst>
            <pc:docMk/>
            <pc:sldMk cId="0" sldId="258"/>
            <ac:spMk id="4" creationId="{00000000-0000-0000-0000-000000000000}"/>
          </ac:spMkLst>
        </pc:spChg>
        <pc:spChg chg="mod">
          <ac:chgData name="NAGESH RAGOLU" userId="1b3eb2b5220c83fa" providerId="LiveId" clId="{DBF4D0CC-8E30-4315-A440-71DF25AC633D}" dt="2026-01-29T05:43:10.792" v="641" actId="6549"/>
          <ac:spMkLst>
            <pc:docMk/>
            <pc:sldMk cId="0" sldId="258"/>
            <ac:spMk id="6" creationId="{00000000-0000-0000-0000-000000000000}"/>
          </ac:spMkLst>
        </pc:spChg>
        <pc:spChg chg="add del">
          <ac:chgData name="NAGESH RAGOLU" userId="1b3eb2b5220c83fa" providerId="LiveId" clId="{DBF4D0CC-8E30-4315-A440-71DF25AC633D}" dt="2026-01-29T05:42:39.126" v="636" actId="22"/>
          <ac:spMkLst>
            <pc:docMk/>
            <pc:sldMk cId="0" sldId="258"/>
            <ac:spMk id="12" creationId="{664E120E-51DE-BD9D-8729-FCB162A43090}"/>
          </ac:spMkLst>
        </pc:spChg>
        <pc:spChg chg="add mod">
          <ac:chgData name="NAGESH RAGOLU" userId="1b3eb2b5220c83fa" providerId="LiveId" clId="{DBF4D0CC-8E30-4315-A440-71DF25AC633D}" dt="2026-01-29T06:03:02.389" v="956" actId="20577"/>
          <ac:spMkLst>
            <pc:docMk/>
            <pc:sldMk cId="0" sldId="258"/>
            <ac:spMk id="14" creationId="{5C7524C1-B8E1-6DBA-B877-75B22DBA4EF4}"/>
          </ac:spMkLst>
        </pc:spChg>
        <pc:spChg chg="add mod">
          <ac:chgData name="NAGESH RAGOLU" userId="1b3eb2b5220c83fa" providerId="LiveId" clId="{DBF4D0CC-8E30-4315-A440-71DF25AC633D}" dt="2026-01-29T05:50:11.912" v="746" actId="1036"/>
          <ac:spMkLst>
            <pc:docMk/>
            <pc:sldMk cId="0" sldId="258"/>
            <ac:spMk id="15" creationId="{673A798D-5372-78BD-9A6F-77D2AFE07C0C}"/>
          </ac:spMkLst>
        </pc:spChg>
        <pc:grpChg chg="del mod">
          <ac:chgData name="NAGESH RAGOLU" userId="1b3eb2b5220c83fa" providerId="LiveId" clId="{DBF4D0CC-8E30-4315-A440-71DF25AC633D}" dt="2026-01-29T05:47:43.801" v="703" actId="478"/>
          <ac:grpSpMkLst>
            <pc:docMk/>
            <pc:sldMk cId="0" sldId="258"/>
            <ac:grpSpMk id="2" creationId="{00000000-0000-0000-0000-000000000000}"/>
          </ac:grpSpMkLst>
        </pc:grpChg>
        <pc:grpChg chg="del">
          <ac:chgData name="NAGESH RAGOLU" userId="1b3eb2b5220c83fa" providerId="LiveId" clId="{DBF4D0CC-8E30-4315-A440-71DF25AC633D}" dt="2026-01-29T05:43:13.213" v="642" actId="478"/>
          <ac:grpSpMkLst>
            <pc:docMk/>
            <pc:sldMk cId="0" sldId="258"/>
            <ac:grpSpMk id="5" creationId="{00000000-0000-0000-0000-000000000000}"/>
          </ac:grpSpMkLst>
        </pc:grpChg>
      </pc:sldChg>
      <pc:sldChg chg="del">
        <pc:chgData name="NAGESH RAGOLU" userId="1b3eb2b5220c83fa" providerId="LiveId" clId="{DBF4D0CC-8E30-4315-A440-71DF25AC633D}" dt="2026-01-29T06:10:25.537" v="1052" actId="47"/>
        <pc:sldMkLst>
          <pc:docMk/>
          <pc:sldMk cId="0" sldId="259"/>
        </pc:sldMkLst>
      </pc:sldChg>
      <pc:sldChg chg="addSp delSp modSp add del mod">
        <pc:chgData name="NAGESH RAGOLU" userId="1b3eb2b5220c83fa" providerId="LiveId" clId="{DBF4D0CC-8E30-4315-A440-71DF25AC633D}" dt="2026-01-29T06:58:44.815" v="1819" actId="1076"/>
        <pc:sldMkLst>
          <pc:docMk/>
          <pc:sldMk cId="0" sldId="260"/>
        </pc:sldMkLst>
        <pc:spChg chg="add">
          <ac:chgData name="NAGESH RAGOLU" userId="1b3eb2b5220c83fa" providerId="LiveId" clId="{DBF4D0CC-8E30-4315-A440-71DF25AC633D}" dt="2026-01-29T06:35:41.455" v="1533"/>
          <ac:spMkLst>
            <pc:docMk/>
            <pc:sldMk cId="0" sldId="260"/>
            <ac:spMk id="2" creationId="{2FDACA6E-C1F9-7291-45B4-4890ED214CBF}"/>
          </ac:spMkLst>
        </pc:spChg>
        <pc:spChg chg="add">
          <ac:chgData name="NAGESH RAGOLU" userId="1b3eb2b5220c83fa" providerId="LiveId" clId="{DBF4D0CC-8E30-4315-A440-71DF25AC633D}" dt="2026-01-29T06:37:52.748" v="1545"/>
          <ac:spMkLst>
            <pc:docMk/>
            <pc:sldMk cId="0" sldId="260"/>
            <ac:spMk id="2" creationId="{DD59A2A8-46B2-4692-D15B-BEB11A748E36}"/>
          </ac:spMkLst>
        </pc:spChg>
        <pc:spChg chg="mod">
          <ac:chgData name="NAGESH RAGOLU" userId="1b3eb2b5220c83fa" providerId="LiveId" clId="{DBF4D0CC-8E30-4315-A440-71DF25AC633D}" dt="2026-01-29T06:20:48.495" v="1332" actId="14100"/>
          <ac:spMkLst>
            <pc:docMk/>
            <pc:sldMk cId="0" sldId="260"/>
            <ac:spMk id="4" creationId="{00000000-0000-0000-0000-000000000000}"/>
          </ac:spMkLst>
        </pc:spChg>
        <pc:spChg chg="mod">
          <ac:chgData name="NAGESH RAGOLU" userId="1b3eb2b5220c83fa" providerId="LiveId" clId="{DBF4D0CC-8E30-4315-A440-71DF25AC633D}" dt="2026-01-29T06:19:08.128" v="1233"/>
          <ac:spMkLst>
            <pc:docMk/>
            <pc:sldMk cId="0" sldId="260"/>
            <ac:spMk id="6" creationId="{00000000-0000-0000-0000-000000000000}"/>
          </ac:spMkLst>
        </pc:spChg>
        <pc:spChg chg="mod">
          <ac:chgData name="NAGESH RAGOLU" userId="1b3eb2b5220c83fa" providerId="LiveId" clId="{DBF4D0CC-8E30-4315-A440-71DF25AC633D}" dt="2026-01-29T06:19:03.951" v="1227"/>
          <ac:spMkLst>
            <pc:docMk/>
            <pc:sldMk cId="0" sldId="260"/>
            <ac:spMk id="7" creationId="{00000000-0000-0000-0000-000000000000}"/>
          </ac:spMkLst>
        </pc:spChg>
        <pc:spChg chg="add mod">
          <ac:chgData name="NAGESH RAGOLU" userId="1b3eb2b5220c83fa" providerId="LiveId" clId="{DBF4D0CC-8E30-4315-A440-71DF25AC633D}" dt="2026-01-29T06:39:10.739" v="1602" actId="1035"/>
          <ac:spMkLst>
            <pc:docMk/>
            <pc:sldMk cId="0" sldId="260"/>
            <ac:spMk id="12" creationId="{2B341627-7913-EE78-E820-43B498456568}"/>
          </ac:spMkLst>
        </pc:spChg>
        <pc:spChg chg="add mod">
          <ac:chgData name="NAGESH RAGOLU" userId="1b3eb2b5220c83fa" providerId="LiveId" clId="{DBF4D0CC-8E30-4315-A440-71DF25AC633D}" dt="2026-01-29T06:36:15.139" v="1542" actId="1036"/>
          <ac:spMkLst>
            <pc:docMk/>
            <pc:sldMk cId="0" sldId="260"/>
            <ac:spMk id="13" creationId="{8EFE1767-DD49-8629-77BD-74DCB6FC8E14}"/>
          </ac:spMkLst>
        </pc:spChg>
        <pc:grpChg chg="del">
          <ac:chgData name="NAGESH RAGOLU" userId="1b3eb2b5220c83fa" providerId="LiveId" clId="{DBF4D0CC-8E30-4315-A440-71DF25AC633D}" dt="2026-01-29T06:20:35.849" v="1327" actId="478"/>
          <ac:grpSpMkLst>
            <pc:docMk/>
            <pc:sldMk cId="0" sldId="260"/>
            <ac:grpSpMk id="2" creationId="{00000000-0000-0000-0000-000000000000}"/>
          </ac:grpSpMkLst>
        </pc:grpChg>
        <pc:grpChg chg="del mod">
          <ac:chgData name="NAGESH RAGOLU" userId="1b3eb2b5220c83fa" providerId="LiveId" clId="{DBF4D0CC-8E30-4315-A440-71DF25AC633D}" dt="2026-01-29T06:19:12.668" v="1234" actId="478"/>
          <ac:grpSpMkLst>
            <pc:docMk/>
            <pc:sldMk cId="0" sldId="260"/>
            <ac:grpSpMk id="5" creationId="{00000000-0000-0000-0000-000000000000}"/>
          </ac:grpSpMkLst>
        </pc:grpChg>
        <pc:grpChg chg="mod">
          <ac:chgData name="NAGESH RAGOLU" userId="1b3eb2b5220c83fa" providerId="LiveId" clId="{DBF4D0CC-8E30-4315-A440-71DF25AC633D}" dt="2026-01-29T06:58:44.815" v="1819" actId="1076"/>
          <ac:grpSpMkLst>
            <pc:docMk/>
            <pc:sldMk cId="0" sldId="260"/>
            <ac:grpSpMk id="8" creationId="{00000000-0000-0000-0000-000000000000}"/>
          </ac:grpSpMkLst>
        </pc:grpChg>
        <pc:picChg chg="add mod">
          <ac:chgData name="NAGESH RAGOLU" userId="1b3eb2b5220c83fa" providerId="LiveId" clId="{DBF4D0CC-8E30-4315-A440-71DF25AC633D}" dt="2026-01-29T06:39:47.343" v="1614" actId="1035"/>
          <ac:picMkLst>
            <pc:docMk/>
            <pc:sldMk cId="0" sldId="260"/>
            <ac:picMk id="3" creationId="{79BC9020-064B-A311-21E7-A4C8FBE2836B}"/>
          </ac:picMkLst>
        </pc:picChg>
        <pc:picChg chg="add mod">
          <ac:chgData name="NAGESH RAGOLU" userId="1b3eb2b5220c83fa" providerId="LiveId" clId="{DBF4D0CC-8E30-4315-A440-71DF25AC633D}" dt="2026-01-29T06:39:51.815" v="1617" actId="1037"/>
          <ac:picMkLst>
            <pc:docMk/>
            <pc:sldMk cId="0" sldId="260"/>
            <ac:picMk id="5" creationId="{E012C6AA-68BA-766F-16F7-7613EE42F606}"/>
          </ac:picMkLst>
        </pc:picChg>
      </pc:sldChg>
      <pc:sldChg chg="del">
        <pc:chgData name="NAGESH RAGOLU" userId="1b3eb2b5220c83fa" providerId="LiveId" clId="{DBF4D0CC-8E30-4315-A440-71DF25AC633D}" dt="2026-01-29T06:56:14.636" v="1726" actId="47"/>
        <pc:sldMkLst>
          <pc:docMk/>
          <pc:sldMk cId="0" sldId="261"/>
        </pc:sldMkLst>
      </pc:sldChg>
      <pc:sldChg chg="addSp delSp modSp mod ord">
        <pc:chgData name="NAGESH RAGOLU" userId="1b3eb2b5220c83fa" providerId="LiveId" clId="{DBF4D0CC-8E30-4315-A440-71DF25AC633D}" dt="2026-01-29T06:21:38.777" v="1358" actId="1038"/>
        <pc:sldMkLst>
          <pc:docMk/>
          <pc:sldMk cId="0" sldId="262"/>
        </pc:sldMkLst>
        <pc:spChg chg="mod">
          <ac:chgData name="NAGESH RAGOLU" userId="1b3eb2b5220c83fa" providerId="LiveId" clId="{DBF4D0CC-8E30-4315-A440-71DF25AC633D}" dt="2026-01-29T06:01:01.551" v="855"/>
          <ac:spMkLst>
            <pc:docMk/>
            <pc:sldMk cId="0" sldId="262"/>
            <ac:spMk id="13" creationId="{00000000-0000-0000-0000-000000000000}"/>
          </ac:spMkLst>
        </pc:spChg>
        <pc:spChg chg="mod">
          <ac:chgData name="NAGESH RAGOLU" userId="1b3eb2b5220c83fa" providerId="LiveId" clId="{DBF4D0CC-8E30-4315-A440-71DF25AC633D}" dt="2026-01-29T06:01:22.369" v="859" actId="1076"/>
          <ac:spMkLst>
            <pc:docMk/>
            <pc:sldMk cId="0" sldId="262"/>
            <ac:spMk id="14" creationId="{00000000-0000-0000-0000-000000000000}"/>
          </ac:spMkLst>
        </pc:spChg>
        <pc:spChg chg="mod">
          <ac:chgData name="NAGESH RAGOLU" userId="1b3eb2b5220c83fa" providerId="LiveId" clId="{DBF4D0CC-8E30-4315-A440-71DF25AC633D}" dt="2026-01-29T05:55:59.352" v="828"/>
          <ac:spMkLst>
            <pc:docMk/>
            <pc:sldMk cId="0" sldId="262"/>
            <ac:spMk id="19" creationId="{9029BA4B-73AD-4F3B-D4F5-79E7DAA39BB5}"/>
          </ac:spMkLst>
        </pc:spChg>
        <pc:spChg chg="mod">
          <ac:chgData name="NAGESH RAGOLU" userId="1b3eb2b5220c83fa" providerId="LiveId" clId="{DBF4D0CC-8E30-4315-A440-71DF25AC633D}" dt="2026-01-29T05:55:59.356" v="829"/>
          <ac:spMkLst>
            <pc:docMk/>
            <pc:sldMk cId="0" sldId="262"/>
            <ac:spMk id="20" creationId="{E8E19418-1BEF-42DD-4EBE-BB86A9C223D4}"/>
          </ac:spMkLst>
        </pc:spChg>
        <pc:spChg chg="add del">
          <ac:chgData name="NAGESH RAGOLU" userId="1b3eb2b5220c83fa" providerId="LiveId" clId="{DBF4D0CC-8E30-4315-A440-71DF25AC633D}" dt="2026-01-29T06:01:38.502" v="863" actId="22"/>
          <ac:spMkLst>
            <pc:docMk/>
            <pc:sldMk cId="0" sldId="262"/>
            <ac:spMk id="22" creationId="{200D98EC-80B4-2684-C7F2-EEF2C7369D9D}"/>
          </ac:spMkLst>
        </pc:spChg>
        <pc:spChg chg="add mod">
          <ac:chgData name="NAGESH RAGOLU" userId="1b3eb2b5220c83fa" providerId="LiveId" clId="{DBF4D0CC-8E30-4315-A440-71DF25AC633D}" dt="2026-01-29T06:02:11.648" v="932" actId="1036"/>
          <ac:spMkLst>
            <pc:docMk/>
            <pc:sldMk cId="0" sldId="262"/>
            <ac:spMk id="24" creationId="{326A8870-25F3-C2FD-CB28-CE320CFF8F06}"/>
          </ac:spMkLst>
        </pc:spChg>
        <pc:spChg chg="add mod">
          <ac:chgData name="NAGESH RAGOLU" userId="1b3eb2b5220c83fa" providerId="LiveId" clId="{DBF4D0CC-8E30-4315-A440-71DF25AC633D}" dt="2026-01-29T06:21:38.777" v="1358" actId="1038"/>
          <ac:spMkLst>
            <pc:docMk/>
            <pc:sldMk cId="0" sldId="262"/>
            <ac:spMk id="25" creationId="{93A6C29B-A648-8D25-E8BC-9EE00F6285B6}"/>
          </ac:spMkLst>
        </pc:spChg>
        <pc:grpChg chg="mod">
          <ac:chgData name="NAGESH RAGOLU" userId="1b3eb2b5220c83fa" providerId="LiveId" clId="{DBF4D0CC-8E30-4315-A440-71DF25AC633D}" dt="2026-01-29T05:59:38.752" v="847" actId="1037"/>
          <ac:grpSpMkLst>
            <pc:docMk/>
            <pc:sldMk cId="0" sldId="262"/>
            <ac:grpSpMk id="2" creationId="{00000000-0000-0000-0000-000000000000}"/>
          </ac:grpSpMkLst>
        </pc:grpChg>
        <pc:grpChg chg="mod">
          <ac:chgData name="NAGESH RAGOLU" userId="1b3eb2b5220c83fa" providerId="LiveId" clId="{DBF4D0CC-8E30-4315-A440-71DF25AC633D}" dt="2026-01-29T05:59:42.180" v="848" actId="1037"/>
          <ac:grpSpMkLst>
            <pc:docMk/>
            <pc:sldMk cId="0" sldId="262"/>
            <ac:grpSpMk id="4" creationId="{00000000-0000-0000-0000-000000000000}"/>
          </ac:grpSpMkLst>
        </pc:grpChg>
        <pc:grpChg chg="mod">
          <ac:chgData name="NAGESH RAGOLU" userId="1b3eb2b5220c83fa" providerId="LiveId" clId="{DBF4D0CC-8E30-4315-A440-71DF25AC633D}" dt="2026-01-29T06:01:19.964" v="858" actId="14100"/>
          <ac:grpSpMkLst>
            <pc:docMk/>
            <pc:sldMk cId="0" sldId="262"/>
            <ac:grpSpMk id="12" creationId="{00000000-0000-0000-0000-000000000000}"/>
          </ac:grpSpMkLst>
        </pc:grpChg>
        <pc:grpChg chg="add mod">
          <ac:chgData name="NAGESH RAGOLU" userId="1b3eb2b5220c83fa" providerId="LiveId" clId="{DBF4D0CC-8E30-4315-A440-71DF25AC633D}" dt="2026-01-29T05:55:59.352" v="828"/>
          <ac:grpSpMkLst>
            <pc:docMk/>
            <pc:sldMk cId="0" sldId="262"/>
            <ac:grpSpMk id="18" creationId="{BBB95308-59D2-7D8F-228A-FDA08239BA73}"/>
          </ac:grpSpMkLst>
        </pc:grpChg>
        <pc:picChg chg="add del mod">
          <ac:chgData name="NAGESH RAGOLU" userId="1b3eb2b5220c83fa" providerId="LiveId" clId="{DBF4D0CC-8E30-4315-A440-71DF25AC633D}" dt="2026-01-29T05:59:21.607" v="840" actId="478"/>
          <ac:picMkLst>
            <pc:docMk/>
            <pc:sldMk cId="0" sldId="262"/>
            <ac:picMk id="1026" creationId="{E1B17FC1-AB28-0F77-914D-9AE7E2961FE3}"/>
          </ac:picMkLst>
        </pc:picChg>
        <pc:picChg chg="add mod">
          <ac:chgData name="NAGESH RAGOLU" userId="1b3eb2b5220c83fa" providerId="LiveId" clId="{DBF4D0CC-8E30-4315-A440-71DF25AC633D}" dt="2026-01-29T05:59:49.678" v="849" actId="14100"/>
          <ac:picMkLst>
            <pc:docMk/>
            <pc:sldMk cId="0" sldId="262"/>
            <ac:picMk id="1028" creationId="{BE5910F7-0F04-21EF-AD90-7816E83D7102}"/>
          </ac:picMkLst>
        </pc:picChg>
        <pc:picChg chg="add mod">
          <ac:chgData name="NAGESH RAGOLU" userId="1b3eb2b5220c83fa" providerId="LiveId" clId="{DBF4D0CC-8E30-4315-A440-71DF25AC633D}" dt="2026-01-29T06:00:45.726" v="852" actId="14100"/>
          <ac:picMkLst>
            <pc:docMk/>
            <pc:sldMk cId="0" sldId="262"/>
            <ac:picMk id="1030" creationId="{AC5DC1C0-3DDB-C49A-E4E0-C650E269A4FB}"/>
          </ac:picMkLst>
        </pc:picChg>
      </pc:sldChg>
      <pc:sldChg chg="del">
        <pc:chgData name="NAGESH RAGOLU" userId="1b3eb2b5220c83fa" providerId="LiveId" clId="{DBF4D0CC-8E30-4315-A440-71DF25AC633D}" dt="2026-01-29T06:10:58.474" v="1055" actId="47"/>
        <pc:sldMkLst>
          <pc:docMk/>
          <pc:sldMk cId="0" sldId="263"/>
        </pc:sldMkLst>
      </pc:sldChg>
      <pc:sldChg chg="modSp del mod">
        <pc:chgData name="NAGESH RAGOLU" userId="1b3eb2b5220c83fa" providerId="LiveId" clId="{DBF4D0CC-8E30-4315-A440-71DF25AC633D}" dt="2026-01-29T06:22:26.514" v="1367" actId="47"/>
        <pc:sldMkLst>
          <pc:docMk/>
          <pc:sldMk cId="0" sldId="264"/>
        </pc:sldMkLst>
        <pc:spChg chg="mod">
          <ac:chgData name="NAGESH RAGOLU" userId="1b3eb2b5220c83fa" providerId="LiveId" clId="{DBF4D0CC-8E30-4315-A440-71DF25AC633D}" dt="2026-01-29T06:08:52.564" v="1046"/>
          <ac:spMkLst>
            <pc:docMk/>
            <pc:sldMk cId="0" sldId="264"/>
            <ac:spMk id="6" creationId="{00000000-0000-0000-0000-000000000000}"/>
          </ac:spMkLst>
        </pc:spChg>
        <pc:spChg chg="mod">
          <ac:chgData name="NAGESH RAGOLU" userId="1b3eb2b5220c83fa" providerId="LiveId" clId="{DBF4D0CC-8E30-4315-A440-71DF25AC633D}" dt="2026-01-29T06:09:02.911" v="1049" actId="403"/>
          <ac:spMkLst>
            <pc:docMk/>
            <pc:sldMk cId="0" sldId="264"/>
            <ac:spMk id="7" creationId="{00000000-0000-0000-0000-000000000000}"/>
          </ac:spMkLst>
        </pc:spChg>
        <pc:grpChg chg="mod">
          <ac:chgData name="NAGESH RAGOLU" userId="1b3eb2b5220c83fa" providerId="LiveId" clId="{DBF4D0CC-8E30-4315-A440-71DF25AC633D}" dt="2026-01-29T06:09:17.777" v="1051" actId="1076"/>
          <ac:grpSpMkLst>
            <pc:docMk/>
            <pc:sldMk cId="0" sldId="264"/>
            <ac:grpSpMk id="5" creationId="{00000000-0000-0000-0000-000000000000}"/>
          </ac:grpSpMkLst>
        </pc:grpChg>
      </pc:sldChg>
      <pc:sldChg chg="del">
        <pc:chgData name="NAGESH RAGOLU" userId="1b3eb2b5220c83fa" providerId="LiveId" clId="{DBF4D0CC-8E30-4315-A440-71DF25AC633D}" dt="2026-01-29T06:03:55.422" v="957" actId="47"/>
        <pc:sldMkLst>
          <pc:docMk/>
          <pc:sldMk cId="0" sldId="265"/>
        </pc:sldMkLst>
      </pc:sldChg>
      <pc:sldChg chg="addSp delSp modSp mod ord">
        <pc:chgData name="NAGESH RAGOLU" userId="1b3eb2b5220c83fa" providerId="LiveId" clId="{DBF4D0CC-8E30-4315-A440-71DF25AC633D}" dt="2026-01-29T06:31:01.663" v="1532" actId="14100"/>
        <pc:sldMkLst>
          <pc:docMk/>
          <pc:sldMk cId="0" sldId="266"/>
        </pc:sldMkLst>
        <pc:spChg chg="mod">
          <ac:chgData name="NAGESH RAGOLU" userId="1b3eb2b5220c83fa" providerId="LiveId" clId="{DBF4D0CC-8E30-4315-A440-71DF25AC633D}" dt="2026-01-29T06:08:42.837" v="1045"/>
          <ac:spMkLst>
            <pc:docMk/>
            <pc:sldMk cId="0" sldId="266"/>
            <ac:spMk id="2" creationId="{00000000-0000-0000-0000-000000000000}"/>
          </ac:spMkLst>
        </pc:spChg>
        <pc:spChg chg="add del">
          <ac:chgData name="NAGESH RAGOLU" userId="1b3eb2b5220c83fa" providerId="LiveId" clId="{DBF4D0CC-8E30-4315-A440-71DF25AC633D}" dt="2026-01-29T06:13:39.057" v="1067" actId="22"/>
          <ac:spMkLst>
            <pc:docMk/>
            <pc:sldMk cId="0" sldId="266"/>
            <ac:spMk id="7" creationId="{E40C6EA9-0F7D-5695-C3E7-57CA196D9D0F}"/>
          </ac:spMkLst>
        </pc:spChg>
        <pc:spChg chg="add mod">
          <ac:chgData name="NAGESH RAGOLU" userId="1b3eb2b5220c83fa" providerId="LiveId" clId="{DBF4D0CC-8E30-4315-A440-71DF25AC633D}" dt="2026-01-29T06:30:45.962" v="1527" actId="14100"/>
          <ac:spMkLst>
            <pc:docMk/>
            <pc:sldMk cId="0" sldId="266"/>
            <ac:spMk id="11" creationId="{AF573915-0A96-B76B-B95E-EE4E8EB207E7}"/>
          </ac:spMkLst>
        </pc:spChg>
        <pc:spChg chg="add mod">
          <ac:chgData name="NAGESH RAGOLU" userId="1b3eb2b5220c83fa" providerId="LiveId" clId="{DBF4D0CC-8E30-4315-A440-71DF25AC633D}" dt="2026-01-29T06:30:49.842" v="1528" actId="1037"/>
          <ac:spMkLst>
            <pc:docMk/>
            <pc:sldMk cId="0" sldId="266"/>
            <ac:spMk id="12" creationId="{846493E0-392E-8146-F67A-FC4E69ABEFBC}"/>
          </ac:spMkLst>
        </pc:spChg>
        <pc:spChg chg="mod">
          <ac:chgData name="NAGESH RAGOLU" userId="1b3eb2b5220c83fa" providerId="LiveId" clId="{DBF4D0CC-8E30-4315-A440-71DF25AC633D}" dt="2026-01-29T06:14:26.225" v="1097"/>
          <ac:spMkLst>
            <pc:docMk/>
            <pc:sldMk cId="0" sldId="266"/>
            <ac:spMk id="14" creationId="{C4DE0981-54FA-207B-381D-A01FFC5593F6}"/>
          </ac:spMkLst>
        </pc:spChg>
        <pc:spChg chg="add mod">
          <ac:chgData name="NAGESH RAGOLU" userId="1b3eb2b5220c83fa" providerId="LiveId" clId="{DBF4D0CC-8E30-4315-A440-71DF25AC633D}" dt="2026-01-29T06:31:01.663" v="1532" actId="14100"/>
          <ac:spMkLst>
            <pc:docMk/>
            <pc:sldMk cId="0" sldId="266"/>
            <ac:spMk id="16" creationId="{FF9B3169-5CD5-7003-1891-850A8C6EAB4D}"/>
          </ac:spMkLst>
        </pc:spChg>
        <pc:grpChg chg="add del mod">
          <ac:chgData name="NAGESH RAGOLU" userId="1b3eb2b5220c83fa" providerId="LiveId" clId="{DBF4D0CC-8E30-4315-A440-71DF25AC633D}" dt="2026-01-29T06:29:53.861" v="1372" actId="478"/>
          <ac:grpSpMkLst>
            <pc:docMk/>
            <pc:sldMk cId="0" sldId="266"/>
            <ac:grpSpMk id="13" creationId="{A17C4F8C-A1F4-E975-3A7F-47D21F2E2112}"/>
          </ac:grpSpMkLst>
        </pc:grpChg>
        <pc:picChg chg="add del">
          <ac:chgData name="NAGESH RAGOLU" userId="1b3eb2b5220c83fa" providerId="LiveId" clId="{DBF4D0CC-8E30-4315-A440-71DF25AC633D}" dt="2026-01-29T06:13:42.654" v="1069" actId="22"/>
          <ac:picMkLst>
            <pc:docMk/>
            <pc:sldMk cId="0" sldId="266"/>
            <ac:picMk id="9" creationId="{0F9F0DF2-FCC7-5EEB-1AC9-9652F49E628D}"/>
          </ac:picMkLst>
        </pc:picChg>
        <pc:picChg chg="add mod">
          <ac:chgData name="NAGESH RAGOLU" userId="1b3eb2b5220c83fa" providerId="LiveId" clId="{DBF4D0CC-8E30-4315-A440-71DF25AC633D}" dt="2026-01-29T06:30:29.313" v="1518" actId="1036"/>
          <ac:picMkLst>
            <pc:docMk/>
            <pc:sldMk cId="0" sldId="266"/>
            <ac:picMk id="18" creationId="{AED367F6-A999-F99F-B535-7C1F16756275}"/>
          </ac:picMkLst>
        </pc:picChg>
        <pc:picChg chg="add del mod">
          <ac:chgData name="NAGESH RAGOLU" userId="1b3eb2b5220c83fa" providerId="LiveId" clId="{DBF4D0CC-8E30-4315-A440-71DF25AC633D}" dt="2026-01-29T06:29:20.739" v="1369" actId="478"/>
          <ac:picMkLst>
            <pc:docMk/>
            <pc:sldMk cId="0" sldId="266"/>
            <ac:picMk id="2050" creationId="{BDC19A40-3884-61C6-12A0-858B584A92E2}"/>
          </ac:picMkLst>
        </pc:picChg>
      </pc:sldChg>
      <pc:sldChg chg="del">
        <pc:chgData name="NAGESH RAGOLU" userId="1b3eb2b5220c83fa" providerId="LiveId" clId="{DBF4D0CC-8E30-4315-A440-71DF25AC633D}" dt="2026-01-29T06:55:54.718" v="1725" actId="47"/>
        <pc:sldMkLst>
          <pc:docMk/>
          <pc:sldMk cId="0" sldId="267"/>
        </pc:sldMkLst>
      </pc:sldChg>
      <pc:sldChg chg="delSp del mod ord">
        <pc:chgData name="NAGESH RAGOLU" userId="1b3eb2b5220c83fa" providerId="LiveId" clId="{DBF4D0CC-8E30-4315-A440-71DF25AC633D}" dt="2026-01-29T06:58:35.227" v="1818" actId="47"/>
        <pc:sldMkLst>
          <pc:docMk/>
          <pc:sldMk cId="0" sldId="268"/>
        </pc:sldMkLst>
        <pc:spChg chg="del">
          <ac:chgData name="NAGESH RAGOLU" userId="1b3eb2b5220c83fa" providerId="LiveId" clId="{DBF4D0CC-8E30-4315-A440-71DF25AC633D}" dt="2026-01-29T06:57:11.385" v="1729" actId="478"/>
          <ac:spMkLst>
            <pc:docMk/>
            <pc:sldMk cId="0" sldId="268"/>
            <ac:spMk id="2" creationId="{00000000-0000-0000-0000-000000000000}"/>
          </ac:spMkLst>
        </pc:spChg>
      </pc:sldChg>
      <pc:sldChg chg="addSp modSp mod">
        <pc:chgData name="NAGESH RAGOLU" userId="1b3eb2b5220c83fa" providerId="LiveId" clId="{DBF4D0CC-8E30-4315-A440-71DF25AC633D}" dt="2026-01-29T06:58:25.469" v="1817" actId="1037"/>
        <pc:sldMkLst>
          <pc:docMk/>
          <pc:sldMk cId="0" sldId="269"/>
        </pc:sldMkLst>
        <pc:spChg chg="mod">
          <ac:chgData name="NAGESH RAGOLU" userId="1b3eb2b5220c83fa" providerId="LiveId" clId="{DBF4D0CC-8E30-4315-A440-71DF25AC633D}" dt="2026-01-29T06:07:34.701" v="1040" actId="14100"/>
          <ac:spMkLst>
            <pc:docMk/>
            <pc:sldMk cId="0" sldId="269"/>
            <ac:spMk id="2" creationId="{00000000-0000-0000-0000-000000000000}"/>
          </ac:spMkLst>
        </pc:spChg>
        <pc:spChg chg="add mod">
          <ac:chgData name="NAGESH RAGOLU" userId="1b3eb2b5220c83fa" providerId="LiveId" clId="{DBF4D0CC-8E30-4315-A440-71DF25AC633D}" dt="2026-01-29T06:58:25.469" v="1817" actId="1037"/>
          <ac:spMkLst>
            <pc:docMk/>
            <pc:sldMk cId="0" sldId="269"/>
            <ac:spMk id="7" creationId="{7F693EFC-56B1-A35C-671B-D93BFFD03737}"/>
          </ac:spMkLst>
        </pc:spChg>
        <pc:spChg chg="add mod">
          <ac:chgData name="NAGESH RAGOLU" userId="1b3eb2b5220c83fa" providerId="LiveId" clId="{DBF4D0CC-8E30-4315-A440-71DF25AC633D}" dt="2026-01-29T06:06:41.101" v="1008" actId="1036"/>
          <ac:spMkLst>
            <pc:docMk/>
            <pc:sldMk cId="0" sldId="269"/>
            <ac:spMk id="8" creationId="{DCEFB794-4310-0604-CC42-6281D5C6CAB4}"/>
          </ac:spMkLst>
        </pc:spChg>
        <pc:spChg chg="mod">
          <ac:chgData name="NAGESH RAGOLU" userId="1b3eb2b5220c83fa" providerId="LiveId" clId="{DBF4D0CC-8E30-4315-A440-71DF25AC633D}" dt="2026-01-29T06:57:19.815" v="1730"/>
          <ac:spMkLst>
            <pc:docMk/>
            <pc:sldMk cId="0" sldId="269"/>
            <ac:spMk id="10" creationId="{755DF7A6-492A-1689-6773-D16A4718C2C3}"/>
          </ac:spMkLst>
        </pc:spChg>
        <pc:spChg chg="mod">
          <ac:chgData name="NAGESH RAGOLU" userId="1b3eb2b5220c83fa" providerId="LiveId" clId="{DBF4D0CC-8E30-4315-A440-71DF25AC633D}" dt="2026-01-29T06:57:19.815" v="1730"/>
          <ac:spMkLst>
            <pc:docMk/>
            <pc:sldMk cId="0" sldId="269"/>
            <ac:spMk id="12" creationId="{5492E998-C117-C9DC-8EF1-B7E85C13ACD2}"/>
          </ac:spMkLst>
        </pc:spChg>
        <pc:spChg chg="mod">
          <ac:chgData name="NAGESH RAGOLU" userId="1b3eb2b5220c83fa" providerId="LiveId" clId="{DBF4D0CC-8E30-4315-A440-71DF25AC633D}" dt="2026-01-29T06:57:19.815" v="1730"/>
          <ac:spMkLst>
            <pc:docMk/>
            <pc:sldMk cId="0" sldId="269"/>
            <ac:spMk id="13" creationId="{FBFCF236-F000-1D38-FB85-856C919FB441}"/>
          </ac:spMkLst>
        </pc:spChg>
        <pc:spChg chg="mod">
          <ac:chgData name="NAGESH RAGOLU" userId="1b3eb2b5220c83fa" providerId="LiveId" clId="{DBF4D0CC-8E30-4315-A440-71DF25AC633D}" dt="2026-01-29T06:57:19.815" v="1730"/>
          <ac:spMkLst>
            <pc:docMk/>
            <pc:sldMk cId="0" sldId="269"/>
            <ac:spMk id="15" creationId="{B8400A41-0BB9-EA9F-E4E2-D9DFC660FE48}"/>
          </ac:spMkLst>
        </pc:spChg>
        <pc:spChg chg="mod">
          <ac:chgData name="NAGESH RAGOLU" userId="1b3eb2b5220c83fa" providerId="LiveId" clId="{DBF4D0CC-8E30-4315-A440-71DF25AC633D}" dt="2026-01-29T06:57:19.815" v="1730"/>
          <ac:spMkLst>
            <pc:docMk/>
            <pc:sldMk cId="0" sldId="269"/>
            <ac:spMk id="16" creationId="{866E1943-A603-935B-6439-2D13E501AD95}"/>
          </ac:spMkLst>
        </pc:spChg>
        <pc:spChg chg="mod">
          <ac:chgData name="NAGESH RAGOLU" userId="1b3eb2b5220c83fa" providerId="LiveId" clId="{DBF4D0CC-8E30-4315-A440-71DF25AC633D}" dt="2026-01-29T06:57:19.815" v="1730"/>
          <ac:spMkLst>
            <pc:docMk/>
            <pc:sldMk cId="0" sldId="269"/>
            <ac:spMk id="20" creationId="{2AB8CB1A-3B82-E2CA-D828-718C7677650C}"/>
          </ac:spMkLst>
        </pc:spChg>
        <pc:spChg chg="mod">
          <ac:chgData name="NAGESH RAGOLU" userId="1b3eb2b5220c83fa" providerId="LiveId" clId="{DBF4D0CC-8E30-4315-A440-71DF25AC633D}" dt="2026-01-29T06:57:19.815" v="1730"/>
          <ac:spMkLst>
            <pc:docMk/>
            <pc:sldMk cId="0" sldId="269"/>
            <ac:spMk id="22" creationId="{8911D93C-67D2-88A1-A70B-534262CCE144}"/>
          </ac:spMkLst>
        </pc:spChg>
        <pc:spChg chg="mod">
          <ac:chgData name="NAGESH RAGOLU" userId="1b3eb2b5220c83fa" providerId="LiveId" clId="{DBF4D0CC-8E30-4315-A440-71DF25AC633D}" dt="2026-01-29T06:57:19.815" v="1730"/>
          <ac:spMkLst>
            <pc:docMk/>
            <pc:sldMk cId="0" sldId="269"/>
            <ac:spMk id="24" creationId="{F5A7E205-9E16-01FC-10F5-5B6892C4D4E0}"/>
          </ac:spMkLst>
        </pc:spChg>
        <pc:spChg chg="mod">
          <ac:chgData name="NAGESH RAGOLU" userId="1b3eb2b5220c83fa" providerId="LiveId" clId="{DBF4D0CC-8E30-4315-A440-71DF25AC633D}" dt="2026-01-29T06:57:19.815" v="1730"/>
          <ac:spMkLst>
            <pc:docMk/>
            <pc:sldMk cId="0" sldId="269"/>
            <ac:spMk id="26" creationId="{7930CCC3-D6A5-900A-EF69-8EBDD3928684}"/>
          </ac:spMkLst>
        </pc:spChg>
        <pc:spChg chg="mod">
          <ac:chgData name="NAGESH RAGOLU" userId="1b3eb2b5220c83fa" providerId="LiveId" clId="{DBF4D0CC-8E30-4315-A440-71DF25AC633D}" dt="2026-01-29T06:57:19.815" v="1730"/>
          <ac:spMkLst>
            <pc:docMk/>
            <pc:sldMk cId="0" sldId="269"/>
            <ac:spMk id="27" creationId="{014CE505-950D-0E10-529F-1F47E5F7A197}"/>
          </ac:spMkLst>
        </pc:spChg>
        <pc:spChg chg="mod">
          <ac:chgData name="NAGESH RAGOLU" userId="1b3eb2b5220c83fa" providerId="LiveId" clId="{DBF4D0CC-8E30-4315-A440-71DF25AC633D}" dt="2026-01-29T06:57:47.280" v="1735"/>
          <ac:spMkLst>
            <pc:docMk/>
            <pc:sldMk cId="0" sldId="269"/>
            <ac:spMk id="29" creationId="{9D9383DE-05A5-26AE-E2F8-DFD5970AEA97}"/>
          </ac:spMkLst>
        </pc:spChg>
        <pc:spChg chg="mod">
          <ac:chgData name="NAGESH RAGOLU" userId="1b3eb2b5220c83fa" providerId="LiveId" clId="{DBF4D0CC-8E30-4315-A440-71DF25AC633D}" dt="2026-01-29T06:57:47.280" v="1735"/>
          <ac:spMkLst>
            <pc:docMk/>
            <pc:sldMk cId="0" sldId="269"/>
            <ac:spMk id="32" creationId="{431039E7-A10F-CB35-4B7F-2BA8A9F10ECA}"/>
          </ac:spMkLst>
        </pc:spChg>
        <pc:spChg chg="mod">
          <ac:chgData name="NAGESH RAGOLU" userId="1b3eb2b5220c83fa" providerId="LiveId" clId="{DBF4D0CC-8E30-4315-A440-71DF25AC633D}" dt="2026-01-29T06:57:47.280" v="1735"/>
          <ac:spMkLst>
            <pc:docMk/>
            <pc:sldMk cId="0" sldId="269"/>
            <ac:spMk id="33" creationId="{FAC8DBBD-AEAA-3DB3-FCB4-C624D9C92C72}"/>
          </ac:spMkLst>
        </pc:spChg>
        <pc:spChg chg="mod">
          <ac:chgData name="NAGESH RAGOLU" userId="1b3eb2b5220c83fa" providerId="LiveId" clId="{DBF4D0CC-8E30-4315-A440-71DF25AC633D}" dt="2026-01-29T06:57:47.280" v="1735"/>
          <ac:spMkLst>
            <pc:docMk/>
            <pc:sldMk cId="0" sldId="269"/>
            <ac:spMk id="35" creationId="{8E631C30-232E-BBAE-E5C9-344E6B1576E7}"/>
          </ac:spMkLst>
        </pc:spChg>
        <pc:spChg chg="mod">
          <ac:chgData name="NAGESH RAGOLU" userId="1b3eb2b5220c83fa" providerId="LiveId" clId="{DBF4D0CC-8E30-4315-A440-71DF25AC633D}" dt="2026-01-29T06:57:47.280" v="1735"/>
          <ac:spMkLst>
            <pc:docMk/>
            <pc:sldMk cId="0" sldId="269"/>
            <ac:spMk id="36" creationId="{A0E964D8-DE50-BB6E-7B0A-06153AE6CC30}"/>
          </ac:spMkLst>
        </pc:spChg>
        <pc:spChg chg="mod">
          <ac:chgData name="NAGESH RAGOLU" userId="1b3eb2b5220c83fa" providerId="LiveId" clId="{DBF4D0CC-8E30-4315-A440-71DF25AC633D}" dt="2026-01-29T06:57:47.280" v="1735"/>
          <ac:spMkLst>
            <pc:docMk/>
            <pc:sldMk cId="0" sldId="269"/>
            <ac:spMk id="38" creationId="{550B0D9D-40F1-E110-CB9A-ABCC3A65DB98}"/>
          </ac:spMkLst>
        </pc:spChg>
        <pc:spChg chg="mod">
          <ac:chgData name="NAGESH RAGOLU" userId="1b3eb2b5220c83fa" providerId="LiveId" clId="{DBF4D0CC-8E30-4315-A440-71DF25AC633D}" dt="2026-01-29T06:57:47.280" v="1735"/>
          <ac:spMkLst>
            <pc:docMk/>
            <pc:sldMk cId="0" sldId="269"/>
            <ac:spMk id="40" creationId="{17ECA989-57C8-590E-FC47-2ACFD5AE1C02}"/>
          </ac:spMkLst>
        </pc:spChg>
        <pc:spChg chg="mod">
          <ac:chgData name="NAGESH RAGOLU" userId="1b3eb2b5220c83fa" providerId="LiveId" clId="{DBF4D0CC-8E30-4315-A440-71DF25AC633D}" dt="2026-01-29T06:57:47.280" v="1735"/>
          <ac:spMkLst>
            <pc:docMk/>
            <pc:sldMk cId="0" sldId="269"/>
            <ac:spMk id="42" creationId="{B9A14969-70A9-8EC5-0BD9-49A08206C1BB}"/>
          </ac:spMkLst>
        </pc:spChg>
        <pc:spChg chg="mod">
          <ac:chgData name="NAGESH RAGOLU" userId="1b3eb2b5220c83fa" providerId="LiveId" clId="{DBF4D0CC-8E30-4315-A440-71DF25AC633D}" dt="2026-01-29T06:57:47.280" v="1735"/>
          <ac:spMkLst>
            <pc:docMk/>
            <pc:sldMk cId="0" sldId="269"/>
            <ac:spMk id="44" creationId="{C95598C3-67C1-0B8C-A55C-80374391B72B}"/>
          </ac:spMkLst>
        </pc:spChg>
        <pc:spChg chg="mod">
          <ac:chgData name="NAGESH RAGOLU" userId="1b3eb2b5220c83fa" providerId="LiveId" clId="{DBF4D0CC-8E30-4315-A440-71DF25AC633D}" dt="2026-01-29T06:57:47.280" v="1735"/>
          <ac:spMkLst>
            <pc:docMk/>
            <pc:sldMk cId="0" sldId="269"/>
            <ac:spMk id="47" creationId="{F2C4F7F4-A0C3-161E-0976-E080D3B06067}"/>
          </ac:spMkLst>
        </pc:spChg>
      </pc:sldChg>
      <pc:sldChg chg="del">
        <pc:chgData name="NAGESH RAGOLU" userId="1b3eb2b5220c83fa" providerId="LiveId" clId="{DBF4D0CC-8E30-4315-A440-71DF25AC633D}" dt="2026-01-29T06:23:09.742" v="1368" actId="47"/>
        <pc:sldMkLst>
          <pc:docMk/>
          <pc:sldMk cId="0" sldId="270"/>
        </pc:sldMkLst>
      </pc:sldChg>
      <pc:sldChg chg="modSp mod">
        <pc:chgData name="NAGESH RAGOLU" userId="1b3eb2b5220c83fa" providerId="LiveId" clId="{DBF4D0CC-8E30-4315-A440-71DF25AC633D}" dt="2026-01-29T06:43:14.833" v="1724" actId="20577"/>
        <pc:sldMkLst>
          <pc:docMk/>
          <pc:sldMk cId="0" sldId="271"/>
        </pc:sldMkLst>
        <pc:spChg chg="mod">
          <ac:chgData name="NAGESH RAGOLU" userId="1b3eb2b5220c83fa" providerId="LiveId" clId="{DBF4D0CC-8E30-4315-A440-71DF25AC633D}" dt="2026-01-29T06:41:33.961" v="1642" actId="20577"/>
          <ac:spMkLst>
            <pc:docMk/>
            <pc:sldMk cId="0" sldId="271"/>
            <ac:spMk id="6" creationId="{00000000-0000-0000-0000-000000000000}"/>
          </ac:spMkLst>
        </pc:spChg>
        <pc:spChg chg="mod">
          <ac:chgData name="NAGESH RAGOLU" userId="1b3eb2b5220c83fa" providerId="LiveId" clId="{DBF4D0CC-8E30-4315-A440-71DF25AC633D}" dt="2026-01-29T06:43:14.833" v="1724" actId="20577"/>
          <ac:spMkLst>
            <pc:docMk/>
            <pc:sldMk cId="0" sldId="271"/>
            <ac:spMk id="8" creationId="{00000000-0000-0000-0000-000000000000}"/>
          </ac:spMkLst>
        </pc:spChg>
        <pc:spChg chg="mod">
          <ac:chgData name="NAGESH RAGOLU" userId="1b3eb2b5220c83fa" providerId="LiveId" clId="{DBF4D0CC-8E30-4315-A440-71DF25AC633D}" dt="2026-01-29T06:42:30.800" v="1695" actId="20577"/>
          <ac:spMkLst>
            <pc:docMk/>
            <pc:sldMk cId="0" sldId="271"/>
            <ac:spMk id="10" creationId="{00000000-0000-0000-0000-000000000000}"/>
          </ac:spMkLst>
        </pc:spChg>
      </pc:sldChg>
      <pc:sldChg chg="add del setBg">
        <pc:chgData name="NAGESH RAGOLU" userId="1b3eb2b5220c83fa" providerId="LiveId" clId="{DBF4D0CC-8E30-4315-A440-71DF25AC633D}" dt="2026-01-29T06:12:58.432" v="1059"/>
        <pc:sldMkLst>
          <pc:docMk/>
          <pc:sldMk cId="1533278571" sldId="272"/>
        </pc:sldMkLst>
      </pc:sldChg>
      <pc:sldChg chg="new del">
        <pc:chgData name="NAGESH RAGOLU" userId="1b3eb2b5220c83fa" providerId="LiveId" clId="{DBF4D0CC-8E30-4315-A440-71DF25AC633D}" dt="2026-01-29T06:12:46.380" v="1057" actId="680"/>
        <pc:sldMkLst>
          <pc:docMk/>
          <pc:sldMk cId="3290317908" sldId="27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666750" y="866775"/>
            <a:ext cx="16954500" cy="1963405"/>
            <a:chOff x="0" y="266700"/>
            <a:chExt cx="22606000" cy="2617874"/>
          </a:xfrm>
        </p:grpSpPr>
        <p:sp>
          <p:nvSpPr>
            <p:cNvPr id="5" name="AutoShape 5"/>
            <p:cNvSpPr/>
            <p:nvPr/>
          </p:nvSpPr>
          <p:spPr>
            <a:xfrm>
              <a:off x="0" y="2884574"/>
              <a:ext cx="22606000" cy="0"/>
            </a:xfrm>
            <a:prstGeom prst="line">
              <a:avLst/>
            </a:prstGeom>
            <a:ln w="25400" cap="flat">
              <a:solidFill>
                <a:srgbClr val="416186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266700"/>
              <a:ext cx="22606000" cy="26042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4299"/>
                </a:lnSpc>
              </a:pPr>
              <a:r>
                <a:rPr lang="en-US" sz="11000" u="none" spc="-285" dirty="0">
                  <a:solidFill>
                    <a:srgbClr val="ECF1F5"/>
                  </a:solidFill>
                  <a:latin typeface="Radley"/>
                  <a:ea typeface="Radley"/>
                  <a:cs typeface="Radley"/>
                  <a:sym typeface="Radley"/>
                </a:rPr>
                <a:t>RANT</a:t>
              </a:r>
              <a:r>
                <a:rPr lang="en-US" sz="11000" spc="-285" dirty="0">
                  <a:solidFill>
                    <a:srgbClr val="ECF1F5"/>
                  </a:solidFill>
                  <a:latin typeface="Radley"/>
                  <a:ea typeface="Radley"/>
                  <a:cs typeface="Radley"/>
                  <a:sym typeface="Radley"/>
                </a:rPr>
                <a:t>-</a:t>
              </a:r>
              <a:r>
                <a:rPr lang="en-US" sz="15800" u="none" spc="-300" dirty="0">
                  <a:solidFill>
                    <a:srgbClr val="ECF1F5"/>
                  </a:solidFill>
                  <a:latin typeface="Radley"/>
                  <a:ea typeface="Radley"/>
                  <a:cs typeface="Radley"/>
                  <a:sym typeface="Radley"/>
                </a:rPr>
                <a:t>2</a:t>
              </a:r>
              <a:r>
                <a:rPr lang="en-US" sz="11000" u="none" spc="-300" dirty="0">
                  <a:solidFill>
                    <a:srgbClr val="ECF1F5"/>
                  </a:solidFill>
                  <a:latin typeface="Radley"/>
                  <a:ea typeface="Radley"/>
                  <a:cs typeface="Radley"/>
                  <a:sym typeface="Radley"/>
                </a:rPr>
                <a:t>-</a:t>
              </a:r>
              <a:r>
                <a:rPr lang="en-US" sz="11000" u="none" spc="-285" dirty="0">
                  <a:solidFill>
                    <a:srgbClr val="ECF1F5"/>
                  </a:solidFill>
                  <a:latin typeface="Radley"/>
                  <a:ea typeface="Radley"/>
                  <a:cs typeface="Radley"/>
                  <a:sym typeface="Radley"/>
                </a:rPr>
                <a:t>RESOLVE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3BBD0D4C-0BA3-5179-A6BD-21AF8D08FA1D}"/>
              </a:ext>
            </a:extLst>
          </p:cNvPr>
          <p:cNvSpPr txBox="1"/>
          <p:nvPr/>
        </p:nvSpPr>
        <p:spPr>
          <a:xfrm>
            <a:off x="5410200" y="4044994"/>
            <a:ext cx="7467600" cy="1098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784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0" dirty="0">
                <a:solidFill>
                  <a:srgbClr val="ECF1F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adley"/>
                <a:ea typeface="Radley"/>
                <a:cs typeface="Radley"/>
                <a:sym typeface="Radley"/>
              </a:rPr>
              <a:t>TEAM: Error 404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E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990600" y="709617"/>
            <a:ext cx="16251916" cy="8624883"/>
            <a:chOff x="0" y="57150"/>
            <a:chExt cx="9641153" cy="11499847"/>
          </a:xfrm>
        </p:grpSpPr>
        <p:sp>
          <p:nvSpPr>
            <p:cNvPr id="5" name="TextBox 5"/>
            <p:cNvSpPr txBox="1"/>
            <p:nvPr/>
          </p:nvSpPr>
          <p:spPr>
            <a:xfrm>
              <a:off x="737130" y="57150"/>
              <a:ext cx="8904023" cy="134156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7840"/>
                </a:lnSpc>
                <a:spcBef>
                  <a:spcPct val="0"/>
                </a:spcBef>
              </a:pPr>
              <a:r>
                <a:rPr lang="en-US" sz="7000" i="1" dirty="0">
                  <a:solidFill>
                    <a:srgbClr val="ECF1F5"/>
                  </a:solidFill>
                  <a:latin typeface="Radley Italics"/>
                  <a:ea typeface="Radley Italics"/>
                  <a:cs typeface="Radley Italics"/>
                  <a:sym typeface="Radley Italics"/>
                </a:rPr>
                <a:t>Problem and Motivation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6327" y="1995404"/>
              <a:ext cx="9614826" cy="95615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r>
                <a:rPr lang="en-US" sz="3200" b="1" dirty="0">
                  <a:solidFill>
                    <a:schemeClr val="accent5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Real-Time Student Issue Reporting and Resolution Platform</a:t>
              </a:r>
            </a:p>
            <a:p>
              <a:endParaRPr lang="en-US" sz="30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457200" indent="-457200">
                <a:buFont typeface="Wingdings" panose="05000000000000000000" pitchFamily="2" charset="2"/>
                <a:buChar char="§"/>
              </a:pPr>
              <a:r>
                <a:rPr lang="en-US" sz="3200" dirty="0">
                  <a:solidFill>
                    <a:schemeClr val="bg1">
                      <a:lumMod val="8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Students lack a centralized system to report issues in real time</a:t>
              </a:r>
            </a:p>
            <a:p>
              <a:pPr marL="457200" indent="-457200">
                <a:buFont typeface="Wingdings" panose="05000000000000000000" pitchFamily="2" charset="2"/>
                <a:buChar char="§"/>
              </a:pPr>
              <a:r>
                <a:rPr lang="en-US" sz="3200" dirty="0">
                  <a:solidFill>
                    <a:schemeClr val="bg1">
                      <a:lumMod val="8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Existing processes are manual, slow, and non-transparent</a:t>
              </a:r>
            </a:p>
            <a:p>
              <a:pPr marL="457200" indent="-457200">
                <a:buFont typeface="Wingdings" panose="05000000000000000000" pitchFamily="2" charset="2"/>
                <a:buChar char="§"/>
              </a:pPr>
              <a:r>
                <a:rPr lang="en-US" sz="3200" dirty="0">
                  <a:solidFill>
                    <a:schemeClr val="bg1">
                      <a:lumMod val="8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No proper tracking, prioritization, or accountability</a:t>
              </a:r>
            </a:p>
            <a:p>
              <a:endParaRPr lang="en-US" sz="28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3200" b="1" dirty="0">
                  <a:solidFill>
                    <a:schemeClr val="accent5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Our Goal</a:t>
              </a:r>
            </a:p>
            <a:p>
              <a:endParaRPr lang="en-US" sz="30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457200" indent="-457200">
                <a:buFont typeface="Wingdings" panose="05000000000000000000" pitchFamily="2" charset="2"/>
                <a:buChar char="§"/>
              </a:pPr>
              <a:r>
                <a:rPr lang="en-US" sz="3200" dirty="0">
                  <a:solidFill>
                    <a:schemeClr val="bg1">
                      <a:lumMod val="8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Enable students to report issues instantly</a:t>
              </a:r>
            </a:p>
            <a:p>
              <a:pPr marL="457200" indent="-457200">
                <a:buFont typeface="Wingdings" panose="05000000000000000000" pitchFamily="2" charset="2"/>
                <a:buChar char="§"/>
              </a:pPr>
              <a:r>
                <a:rPr lang="en-US" sz="3200" dirty="0">
                  <a:solidFill>
                    <a:schemeClr val="bg1">
                      <a:lumMod val="8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Provide real-time status updates</a:t>
              </a:r>
            </a:p>
            <a:p>
              <a:pPr marL="457200" indent="-457200">
                <a:buFont typeface="Wingdings" panose="05000000000000000000" pitchFamily="2" charset="2"/>
                <a:buChar char="§"/>
              </a:pPr>
              <a:r>
                <a:rPr lang="en-US" sz="3200" dirty="0">
                  <a:solidFill>
                    <a:schemeClr val="bg1">
                      <a:lumMod val="8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Ensure transparent and accountable resolution</a:t>
              </a:r>
            </a:p>
            <a:p>
              <a:endParaRPr lang="en-US" sz="28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3200" b="1" dirty="0">
                  <a:solidFill>
                    <a:schemeClr val="accent5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Outcome</a:t>
              </a:r>
            </a:p>
            <a:p>
              <a:endParaRPr lang="en-US" sz="30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457200" indent="-457200">
                <a:buFont typeface="Wingdings" panose="05000000000000000000" pitchFamily="2" charset="2"/>
                <a:buChar char="§"/>
              </a:pPr>
              <a:r>
                <a:rPr lang="en-US" sz="3200" dirty="0">
                  <a:solidFill>
                    <a:schemeClr val="bg1">
                      <a:lumMod val="8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 structured digital platform connecting students and authorities efficiently.</a:t>
              </a:r>
            </a:p>
          </p:txBody>
        </p:sp>
        <p:sp>
          <p:nvSpPr>
            <p:cNvPr id="7" name="AutoShape 7"/>
            <p:cNvSpPr/>
            <p:nvPr/>
          </p:nvSpPr>
          <p:spPr>
            <a:xfrm>
              <a:off x="0" y="1701794"/>
              <a:ext cx="9614826" cy="0"/>
            </a:xfrm>
            <a:prstGeom prst="line">
              <a:avLst/>
            </a:prstGeom>
            <a:ln w="25400" cap="flat">
              <a:solidFill>
                <a:srgbClr val="416186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6327" y="6438900"/>
              <a:ext cx="9588500" cy="5745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/>
              <a:endParaRPr lang="en-US" sz="2800" dirty="0">
                <a:solidFill>
                  <a:srgbClr val="CBD9E8"/>
                </a:solidFill>
                <a:latin typeface="Carlito"/>
                <a:ea typeface="Carlito"/>
                <a:cs typeface="Carlito"/>
                <a:sym typeface="Carlito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609600" y="-573082"/>
            <a:ext cx="2171730" cy="2205796"/>
            <a:chOff x="0" y="0"/>
            <a:chExt cx="812800" cy="825500"/>
          </a:xfrm>
        </p:grpSpPr>
        <p:sp>
          <p:nvSpPr>
            <p:cNvPr id="10" name="Freeform 10"/>
            <p:cNvSpPr/>
            <p:nvPr/>
          </p:nvSpPr>
          <p:spPr>
            <a:xfrm>
              <a:off x="1270" y="0"/>
              <a:ext cx="810260" cy="822960"/>
            </a:xfrm>
            <a:custGeom>
              <a:avLst/>
              <a:gdLst/>
              <a:ahLst/>
              <a:cxnLst/>
              <a:rect l="l" t="t" r="r" b="b"/>
              <a:pathLst>
                <a:path w="810260" h="822960">
                  <a:moveTo>
                    <a:pt x="405130" y="0"/>
                  </a:moveTo>
                  <a:lnTo>
                    <a:pt x="450850" y="151130"/>
                  </a:lnTo>
                  <a:lnTo>
                    <a:pt x="546100" y="25400"/>
                  </a:lnTo>
                  <a:lnTo>
                    <a:pt x="537210" y="181610"/>
                  </a:lnTo>
                  <a:lnTo>
                    <a:pt x="669290" y="96520"/>
                  </a:lnTo>
                  <a:lnTo>
                    <a:pt x="608330" y="241300"/>
                  </a:lnTo>
                  <a:lnTo>
                    <a:pt x="760730" y="205740"/>
                  </a:lnTo>
                  <a:lnTo>
                    <a:pt x="654050" y="321310"/>
                  </a:lnTo>
                  <a:lnTo>
                    <a:pt x="810260" y="340360"/>
                  </a:lnTo>
                  <a:lnTo>
                    <a:pt x="669290" y="411480"/>
                  </a:lnTo>
                  <a:lnTo>
                    <a:pt x="810260" y="482600"/>
                  </a:lnTo>
                  <a:lnTo>
                    <a:pt x="654050" y="501650"/>
                  </a:lnTo>
                  <a:lnTo>
                    <a:pt x="760730" y="617220"/>
                  </a:lnTo>
                  <a:lnTo>
                    <a:pt x="608330" y="581660"/>
                  </a:lnTo>
                  <a:lnTo>
                    <a:pt x="669290" y="726440"/>
                  </a:lnTo>
                  <a:lnTo>
                    <a:pt x="537210" y="640080"/>
                  </a:lnTo>
                  <a:lnTo>
                    <a:pt x="546100" y="797560"/>
                  </a:lnTo>
                  <a:lnTo>
                    <a:pt x="450850" y="671830"/>
                  </a:lnTo>
                  <a:lnTo>
                    <a:pt x="405130" y="822960"/>
                  </a:lnTo>
                  <a:lnTo>
                    <a:pt x="359410" y="671830"/>
                  </a:lnTo>
                  <a:lnTo>
                    <a:pt x="264160" y="797560"/>
                  </a:lnTo>
                  <a:lnTo>
                    <a:pt x="273050" y="640080"/>
                  </a:lnTo>
                  <a:lnTo>
                    <a:pt x="140970" y="726440"/>
                  </a:lnTo>
                  <a:lnTo>
                    <a:pt x="201930" y="581660"/>
                  </a:lnTo>
                  <a:lnTo>
                    <a:pt x="49530" y="617220"/>
                  </a:lnTo>
                  <a:lnTo>
                    <a:pt x="156210" y="501650"/>
                  </a:lnTo>
                  <a:lnTo>
                    <a:pt x="0" y="482600"/>
                  </a:lnTo>
                  <a:lnTo>
                    <a:pt x="140970" y="411480"/>
                  </a:lnTo>
                  <a:lnTo>
                    <a:pt x="0" y="340360"/>
                  </a:lnTo>
                  <a:lnTo>
                    <a:pt x="156210" y="321310"/>
                  </a:lnTo>
                  <a:lnTo>
                    <a:pt x="49530" y="205740"/>
                  </a:lnTo>
                  <a:lnTo>
                    <a:pt x="201930" y="241300"/>
                  </a:lnTo>
                  <a:lnTo>
                    <a:pt x="140970" y="96520"/>
                  </a:lnTo>
                  <a:lnTo>
                    <a:pt x="273050" y="181610"/>
                  </a:lnTo>
                  <a:lnTo>
                    <a:pt x="264160" y="25400"/>
                  </a:lnTo>
                  <a:lnTo>
                    <a:pt x="359410" y="151130"/>
                  </a:lnTo>
                  <a:close/>
                </a:path>
              </a:pathLst>
            </a:custGeom>
            <a:solidFill>
              <a:srgbClr val="416186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141746" y="112576"/>
              <a:ext cx="529308" cy="5593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1045482" y="860727"/>
            <a:ext cx="10765517" cy="10061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7840"/>
              </a:lnSpc>
              <a:spcBef>
                <a:spcPct val="0"/>
              </a:spcBef>
            </a:pPr>
            <a:r>
              <a:rPr lang="en-US" sz="7000" dirty="0">
                <a:solidFill>
                  <a:srgbClr val="ECF1F5"/>
                </a:solidFill>
                <a:latin typeface="Radley"/>
                <a:ea typeface="Radley"/>
                <a:cs typeface="Radley"/>
                <a:sym typeface="Radley"/>
              </a:rPr>
              <a:t>SOLUTION </a:t>
            </a:r>
            <a:r>
              <a:rPr lang="en-US" sz="7000" dirty="0">
                <a:solidFill>
                  <a:schemeClr val="bg1">
                    <a:lumMod val="85000"/>
                  </a:schemeClr>
                </a:solidFill>
                <a:latin typeface="Radley"/>
                <a:ea typeface="Radley"/>
                <a:cs typeface="Radley"/>
                <a:sym typeface="Radley"/>
              </a:rPr>
              <a:t>OVERVIEW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666750" y="9184102"/>
            <a:ext cx="2171730" cy="2205796"/>
            <a:chOff x="0" y="0"/>
            <a:chExt cx="812800" cy="825500"/>
          </a:xfrm>
        </p:grpSpPr>
        <p:sp>
          <p:nvSpPr>
            <p:cNvPr id="9" name="Freeform 9"/>
            <p:cNvSpPr/>
            <p:nvPr/>
          </p:nvSpPr>
          <p:spPr>
            <a:xfrm>
              <a:off x="1270" y="0"/>
              <a:ext cx="810260" cy="822960"/>
            </a:xfrm>
            <a:custGeom>
              <a:avLst/>
              <a:gdLst/>
              <a:ahLst/>
              <a:cxnLst/>
              <a:rect l="l" t="t" r="r" b="b"/>
              <a:pathLst>
                <a:path w="810260" h="822960">
                  <a:moveTo>
                    <a:pt x="405130" y="0"/>
                  </a:moveTo>
                  <a:lnTo>
                    <a:pt x="450850" y="151130"/>
                  </a:lnTo>
                  <a:lnTo>
                    <a:pt x="546100" y="25400"/>
                  </a:lnTo>
                  <a:lnTo>
                    <a:pt x="537210" y="181610"/>
                  </a:lnTo>
                  <a:lnTo>
                    <a:pt x="669290" y="96520"/>
                  </a:lnTo>
                  <a:lnTo>
                    <a:pt x="608330" y="241300"/>
                  </a:lnTo>
                  <a:lnTo>
                    <a:pt x="760730" y="205740"/>
                  </a:lnTo>
                  <a:lnTo>
                    <a:pt x="654050" y="321310"/>
                  </a:lnTo>
                  <a:lnTo>
                    <a:pt x="810260" y="340360"/>
                  </a:lnTo>
                  <a:lnTo>
                    <a:pt x="669290" y="411480"/>
                  </a:lnTo>
                  <a:lnTo>
                    <a:pt x="810260" y="482600"/>
                  </a:lnTo>
                  <a:lnTo>
                    <a:pt x="654050" y="501650"/>
                  </a:lnTo>
                  <a:lnTo>
                    <a:pt x="760730" y="617220"/>
                  </a:lnTo>
                  <a:lnTo>
                    <a:pt x="608330" y="581660"/>
                  </a:lnTo>
                  <a:lnTo>
                    <a:pt x="669290" y="726440"/>
                  </a:lnTo>
                  <a:lnTo>
                    <a:pt x="537210" y="640080"/>
                  </a:lnTo>
                  <a:lnTo>
                    <a:pt x="546100" y="797560"/>
                  </a:lnTo>
                  <a:lnTo>
                    <a:pt x="450850" y="671830"/>
                  </a:lnTo>
                  <a:lnTo>
                    <a:pt x="405130" y="822960"/>
                  </a:lnTo>
                  <a:lnTo>
                    <a:pt x="359410" y="671830"/>
                  </a:lnTo>
                  <a:lnTo>
                    <a:pt x="264160" y="797560"/>
                  </a:lnTo>
                  <a:lnTo>
                    <a:pt x="273050" y="640080"/>
                  </a:lnTo>
                  <a:lnTo>
                    <a:pt x="140970" y="726440"/>
                  </a:lnTo>
                  <a:lnTo>
                    <a:pt x="201930" y="581660"/>
                  </a:lnTo>
                  <a:lnTo>
                    <a:pt x="49530" y="617220"/>
                  </a:lnTo>
                  <a:lnTo>
                    <a:pt x="156210" y="501650"/>
                  </a:lnTo>
                  <a:lnTo>
                    <a:pt x="0" y="482600"/>
                  </a:lnTo>
                  <a:lnTo>
                    <a:pt x="140970" y="411480"/>
                  </a:lnTo>
                  <a:lnTo>
                    <a:pt x="0" y="340360"/>
                  </a:lnTo>
                  <a:lnTo>
                    <a:pt x="156210" y="321310"/>
                  </a:lnTo>
                  <a:lnTo>
                    <a:pt x="49530" y="205740"/>
                  </a:lnTo>
                  <a:lnTo>
                    <a:pt x="201930" y="241300"/>
                  </a:lnTo>
                  <a:lnTo>
                    <a:pt x="140970" y="96520"/>
                  </a:lnTo>
                  <a:lnTo>
                    <a:pt x="273050" y="181610"/>
                  </a:lnTo>
                  <a:lnTo>
                    <a:pt x="264160" y="25400"/>
                  </a:lnTo>
                  <a:lnTo>
                    <a:pt x="359410" y="151130"/>
                  </a:lnTo>
                  <a:close/>
                </a:path>
              </a:pathLst>
            </a:custGeom>
            <a:solidFill>
              <a:srgbClr val="27496D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141746" y="112576"/>
              <a:ext cx="529308" cy="5593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5C7524C1-B8E1-6DBA-B877-75B22DBA4EF4}"/>
              </a:ext>
            </a:extLst>
          </p:cNvPr>
          <p:cNvSpPr txBox="1"/>
          <p:nvPr/>
        </p:nvSpPr>
        <p:spPr>
          <a:xfrm>
            <a:off x="914400" y="2517993"/>
            <a:ext cx="1348740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Rant-2-Resolve is a role-based web platform for students and administrators.</a:t>
            </a:r>
          </a:p>
          <a:p>
            <a:endParaRPr lang="en-US" sz="3200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It Provides: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32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Issue raising &amp; tracking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32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announcements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32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Private academic support</a:t>
            </a:r>
          </a:p>
          <a:p>
            <a:pPr>
              <a:lnSpc>
                <a:spcPct val="150000"/>
              </a:lnSpc>
            </a:pPr>
            <a:endParaRPr lang="en-US" sz="3200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Innovation:</a:t>
            </a:r>
          </a:p>
          <a:p>
            <a:br>
              <a:rPr lang="en-US" sz="32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Combines </a:t>
            </a:r>
            <a:r>
              <a:rPr lang="en-US" sz="32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grievance management + opportunity awareness</a:t>
            </a:r>
            <a:r>
              <a:rPr lang="en-US" sz="32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one platform.</a:t>
            </a:r>
          </a:p>
          <a:p>
            <a:endParaRPr lang="en-US" sz="3200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AutoShape 7">
            <a:extLst>
              <a:ext uri="{FF2B5EF4-FFF2-40B4-BE49-F238E27FC236}">
                <a16:creationId xmlns:a16="http://schemas.microsoft.com/office/drawing/2014/main" id="{673A798D-5372-78BD-9A6F-77D2AFE07C0C}"/>
              </a:ext>
            </a:extLst>
          </p:cNvPr>
          <p:cNvSpPr/>
          <p:nvPr/>
        </p:nvSpPr>
        <p:spPr>
          <a:xfrm>
            <a:off x="990600" y="2247900"/>
            <a:ext cx="16207537" cy="0"/>
          </a:xfrm>
          <a:prstGeom prst="line">
            <a:avLst/>
          </a:prstGeom>
          <a:ln w="25400" cap="flat">
            <a:solidFill>
              <a:srgbClr val="416186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96400" y="6038850"/>
            <a:ext cx="4010025" cy="3581400"/>
            <a:chOff x="0" y="0"/>
            <a:chExt cx="1391532" cy="12427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91532" cy="1242794"/>
            </a:xfrm>
            <a:custGeom>
              <a:avLst/>
              <a:gdLst/>
              <a:ahLst/>
              <a:cxnLst/>
              <a:rect l="l" t="t" r="r" b="b"/>
              <a:pathLst>
                <a:path w="1391532" h="1242794">
                  <a:moveTo>
                    <a:pt x="0" y="0"/>
                  </a:moveTo>
                  <a:lnTo>
                    <a:pt x="1391532" y="0"/>
                  </a:lnTo>
                  <a:lnTo>
                    <a:pt x="1391532" y="1242794"/>
                  </a:lnTo>
                  <a:lnTo>
                    <a:pt x="0" y="1242794"/>
                  </a:lnTo>
                  <a:close/>
                </a:path>
              </a:pathLst>
            </a:custGeom>
            <a:blipFill>
              <a:blip r:embed="rId2"/>
              <a:stretch>
                <a:fillRect l="-104" r="-104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4876800" y="6038850"/>
            <a:ext cx="4010025" cy="3581400"/>
            <a:chOff x="0" y="0"/>
            <a:chExt cx="1391532" cy="124279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91532" cy="1242794"/>
            </a:xfrm>
            <a:custGeom>
              <a:avLst/>
              <a:gdLst/>
              <a:ahLst/>
              <a:cxnLst/>
              <a:rect l="l" t="t" r="r" b="b"/>
              <a:pathLst>
                <a:path w="1391532" h="1242794">
                  <a:moveTo>
                    <a:pt x="0" y="0"/>
                  </a:moveTo>
                  <a:lnTo>
                    <a:pt x="1391532" y="0"/>
                  </a:lnTo>
                  <a:lnTo>
                    <a:pt x="1391532" y="1242794"/>
                  </a:lnTo>
                  <a:lnTo>
                    <a:pt x="0" y="1242794"/>
                  </a:lnTo>
                  <a:close/>
                </a:path>
              </a:pathLst>
            </a:custGeom>
            <a:blipFill>
              <a:blip r:embed="rId3"/>
              <a:stretch>
                <a:fillRect l="-104" r="-104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3611225" y="6038850"/>
            <a:ext cx="4010025" cy="3581400"/>
            <a:chOff x="0" y="0"/>
            <a:chExt cx="1391532" cy="124279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91532" cy="1242794"/>
            </a:xfrm>
            <a:custGeom>
              <a:avLst/>
              <a:gdLst/>
              <a:ahLst/>
              <a:cxnLst/>
              <a:rect l="l" t="t" r="r" b="b"/>
              <a:pathLst>
                <a:path w="1391532" h="1242794">
                  <a:moveTo>
                    <a:pt x="0" y="0"/>
                  </a:moveTo>
                  <a:lnTo>
                    <a:pt x="1391532" y="0"/>
                  </a:lnTo>
                  <a:lnTo>
                    <a:pt x="1391532" y="1242794"/>
                  </a:lnTo>
                  <a:lnTo>
                    <a:pt x="0" y="1242794"/>
                  </a:lnTo>
                  <a:close/>
                </a:path>
              </a:pathLst>
            </a:custGeom>
            <a:blipFill>
              <a:blip r:embed="rId4"/>
              <a:stretch>
                <a:fillRect l="-104" r="-104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666750" y="723900"/>
            <a:ext cx="13249275" cy="1004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840"/>
              </a:lnSpc>
              <a:spcBef>
                <a:spcPct val="0"/>
              </a:spcBef>
            </a:pPr>
            <a:r>
              <a:rPr lang="en-US" sz="7000" dirty="0">
                <a:solidFill>
                  <a:srgbClr val="ECF1F5"/>
                </a:solidFill>
                <a:latin typeface="Radley"/>
                <a:ea typeface="Radley"/>
                <a:cs typeface="Radley"/>
                <a:sym typeface="Radley"/>
              </a:rPr>
              <a:t>Technology Stack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4981575" y="4248150"/>
            <a:ext cx="2876550" cy="1255395"/>
            <a:chOff x="0" y="0"/>
            <a:chExt cx="3835400" cy="1673860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57150"/>
              <a:ext cx="3835400" cy="6227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19"/>
                </a:lnSpc>
                <a:spcBef>
                  <a:spcPct val="0"/>
                </a:spcBef>
              </a:pPr>
              <a:r>
                <a:rPr lang="en-US" sz="2799" dirty="0">
                  <a:solidFill>
                    <a:srgbClr val="ECF1F5"/>
                  </a:solidFill>
                  <a:latin typeface="Radley"/>
                  <a:ea typeface="Radley"/>
                  <a:cs typeface="Radley"/>
                  <a:sym typeface="Radley"/>
                </a:rPr>
                <a:t>React.js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820420"/>
              <a:ext cx="3835400" cy="8534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20"/>
                </a:lnSpc>
              </a:pPr>
              <a:r>
                <a:rPr lang="en-US" sz="1800" dirty="0">
                  <a:solidFill>
                    <a:srgbClr val="CBD9E8"/>
                  </a:solidFill>
                  <a:latin typeface="Carlito"/>
                  <a:ea typeface="Carlito"/>
                  <a:cs typeface="Carlito"/>
                  <a:sym typeface="Carlito"/>
                </a:rPr>
                <a:t>Frontend library for building user interfaces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296400" y="4205288"/>
            <a:ext cx="2876550" cy="1298257"/>
            <a:chOff x="0" y="-57149"/>
            <a:chExt cx="3835400" cy="1731009"/>
          </a:xfrm>
        </p:grpSpPr>
        <p:sp>
          <p:nvSpPr>
            <p:cNvPr id="13" name="TextBox 13"/>
            <p:cNvSpPr txBox="1"/>
            <p:nvPr/>
          </p:nvSpPr>
          <p:spPr>
            <a:xfrm>
              <a:off x="0" y="820420"/>
              <a:ext cx="3835400" cy="8534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20"/>
                </a:lnSpc>
              </a:pPr>
              <a:r>
                <a:rPr lang="en-US" sz="1800">
                  <a:solidFill>
                    <a:srgbClr val="CBD9E8"/>
                  </a:solidFill>
                  <a:latin typeface="Carlito"/>
                  <a:ea typeface="Carlito"/>
                  <a:cs typeface="Carlito"/>
                  <a:sym typeface="Carlito"/>
                </a:rPr>
                <a:t>JavaScript runtime for server-side development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57149"/>
              <a:ext cx="3835400" cy="6365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3919"/>
                </a:lnSpc>
                <a:spcBef>
                  <a:spcPct val="0"/>
                </a:spcBef>
              </a:pPr>
              <a:r>
                <a:rPr lang="en-US" sz="2799" dirty="0">
                  <a:solidFill>
                    <a:srgbClr val="ECF1F5"/>
                  </a:solidFill>
                  <a:latin typeface="Radley"/>
                  <a:ea typeface="Radley"/>
                  <a:cs typeface="Radley"/>
                  <a:sym typeface="Radley"/>
                </a:rPr>
                <a:t>Node.js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611225" y="4248150"/>
            <a:ext cx="2876550" cy="1255395"/>
            <a:chOff x="0" y="0"/>
            <a:chExt cx="3835400" cy="1673860"/>
          </a:xfrm>
        </p:grpSpPr>
        <p:sp>
          <p:nvSpPr>
            <p:cNvPr id="16" name="TextBox 16"/>
            <p:cNvSpPr txBox="1"/>
            <p:nvPr/>
          </p:nvSpPr>
          <p:spPr>
            <a:xfrm>
              <a:off x="0" y="820420"/>
              <a:ext cx="3835400" cy="8534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20"/>
                </a:lnSpc>
              </a:pPr>
              <a:r>
                <a:rPr lang="en-US" sz="1800">
                  <a:solidFill>
                    <a:srgbClr val="CBD9E8"/>
                  </a:solidFill>
                  <a:latin typeface="Carlito"/>
                  <a:ea typeface="Carlito"/>
                  <a:cs typeface="Carlito"/>
                  <a:sym typeface="Carlito"/>
                </a:rPr>
                <a:t>NoSQL database for data storage and management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3835400" cy="6227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1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ECF1F5"/>
                  </a:solidFill>
                  <a:latin typeface="Radley"/>
                  <a:ea typeface="Radley"/>
                  <a:cs typeface="Radley"/>
                  <a:sym typeface="Radley"/>
                </a:rPr>
                <a:t>MongoDB</a:t>
              </a:r>
            </a:p>
          </p:txBody>
        </p:sp>
      </p:grpSp>
      <p:grpSp>
        <p:nvGrpSpPr>
          <p:cNvPr id="18" name="Group 9">
            <a:extLst>
              <a:ext uri="{FF2B5EF4-FFF2-40B4-BE49-F238E27FC236}">
                <a16:creationId xmlns:a16="http://schemas.microsoft.com/office/drawing/2014/main" id="{BBB95308-59D2-7D8F-228A-FDA08239BA73}"/>
              </a:ext>
            </a:extLst>
          </p:cNvPr>
          <p:cNvGrpSpPr/>
          <p:nvPr/>
        </p:nvGrpSpPr>
        <p:grpSpPr>
          <a:xfrm>
            <a:off x="933450" y="4357688"/>
            <a:ext cx="2876550" cy="1600743"/>
            <a:chOff x="0" y="-57149"/>
            <a:chExt cx="3835400" cy="2134323"/>
          </a:xfrm>
        </p:grpSpPr>
        <p:sp>
          <p:nvSpPr>
            <p:cNvPr id="19" name="TextBox 10">
              <a:extLst>
                <a:ext uri="{FF2B5EF4-FFF2-40B4-BE49-F238E27FC236}">
                  <a16:creationId xmlns:a16="http://schemas.microsoft.com/office/drawing/2014/main" id="{9029BA4B-73AD-4F3B-D4F5-79E7DAA39BB5}"/>
                </a:ext>
              </a:extLst>
            </p:cNvPr>
            <p:cNvSpPr txBox="1"/>
            <p:nvPr/>
          </p:nvSpPr>
          <p:spPr>
            <a:xfrm>
              <a:off x="0" y="-57149"/>
              <a:ext cx="3835400" cy="6365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19"/>
                </a:lnSpc>
                <a:spcBef>
                  <a:spcPct val="0"/>
                </a:spcBef>
              </a:pPr>
              <a:r>
                <a:rPr lang="en-US" sz="2799" dirty="0">
                  <a:solidFill>
                    <a:srgbClr val="ECF1F5"/>
                  </a:solidFill>
                  <a:latin typeface="Radley"/>
                  <a:ea typeface="Radley"/>
                  <a:cs typeface="Radley"/>
                  <a:sym typeface="Radley"/>
                </a:rPr>
                <a:t>Express.js</a:t>
              </a:r>
            </a:p>
          </p:txBody>
        </p:sp>
        <p:sp>
          <p:nvSpPr>
            <p:cNvPr id="20" name="TextBox 11">
              <a:extLst>
                <a:ext uri="{FF2B5EF4-FFF2-40B4-BE49-F238E27FC236}">
                  <a16:creationId xmlns:a16="http://schemas.microsoft.com/office/drawing/2014/main" id="{E8E19418-1BEF-42DD-4EBE-BB86A9C223D4}"/>
                </a:ext>
              </a:extLst>
            </p:cNvPr>
            <p:cNvSpPr txBox="1"/>
            <p:nvPr/>
          </p:nvSpPr>
          <p:spPr>
            <a:xfrm>
              <a:off x="0" y="820420"/>
              <a:ext cx="3835400" cy="12567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20"/>
                </a:lnSpc>
              </a:pPr>
              <a:r>
                <a:rPr lang="en-US" sz="1800" dirty="0">
                  <a:solidFill>
                    <a:srgbClr val="CBD9E8"/>
                  </a:solidFill>
                  <a:latin typeface="Carlito"/>
                  <a:ea typeface="Carlito"/>
                  <a:cs typeface="Carlito"/>
                  <a:sym typeface="Carlito"/>
                </a:rPr>
                <a:t>Lightweight backend framework for handling APIs and application logic.</a:t>
              </a:r>
            </a:p>
          </p:txBody>
        </p:sp>
      </p:grpSp>
      <p:pic>
        <p:nvPicPr>
          <p:cNvPr id="1028" name="Picture 4" descr="Express node js Icons, Logos, Symbols ...">
            <a:extLst>
              <a:ext uri="{FF2B5EF4-FFF2-40B4-BE49-F238E27FC236}">
                <a16:creationId xmlns:a16="http://schemas.microsoft.com/office/drawing/2014/main" id="{BE5910F7-0F04-21EF-AD90-7816E83D71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647" y="6139170"/>
            <a:ext cx="3319923" cy="3319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tml, Css, Php, Jquery ...">
            <a:extLst>
              <a:ext uri="{FF2B5EF4-FFF2-40B4-BE49-F238E27FC236}">
                <a16:creationId xmlns:a16="http://schemas.microsoft.com/office/drawing/2014/main" id="{AC5DC1C0-3DDB-C49A-E4E0-C650E269A4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49400" y="666750"/>
            <a:ext cx="2876550" cy="2876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326A8870-25F3-C2FD-CB28-CE320CFF8F06}"/>
              </a:ext>
            </a:extLst>
          </p:cNvPr>
          <p:cNvSpPr txBox="1"/>
          <p:nvPr/>
        </p:nvSpPr>
        <p:spPr>
          <a:xfrm>
            <a:off x="12039600" y="1287455"/>
            <a:ext cx="1885950" cy="1570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91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799" dirty="0">
                <a:solidFill>
                  <a:srgbClr val="ECF1F5"/>
                </a:solidFill>
                <a:latin typeface="Radley"/>
                <a:ea typeface="Radley"/>
                <a:cs typeface="Radley"/>
                <a:sym typeface="Radley"/>
              </a:rPr>
              <a:t>HTML</a:t>
            </a:r>
          </a:p>
          <a:p>
            <a:pPr marL="0" marR="0" lvl="0" indent="0" algn="l" defTabSz="914400" rtl="0" eaLnBrk="1" fontAlgn="auto" latinLnBrk="0" hangingPunct="1">
              <a:lnSpc>
                <a:spcPts val="391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99" b="0" i="0" u="none" strike="noStrike" kern="1200" cap="none" spc="0" normalizeH="0" baseline="0" noProof="0" dirty="0">
                <a:ln>
                  <a:noFill/>
                </a:ln>
                <a:solidFill>
                  <a:srgbClr val="ECF1F5"/>
                </a:solidFill>
                <a:effectLst/>
                <a:uLnTx/>
                <a:uFillTx/>
                <a:latin typeface="Radley"/>
                <a:ea typeface="Radley"/>
                <a:cs typeface="Radley"/>
                <a:sym typeface="Radley"/>
              </a:rPr>
              <a:t>CSS</a:t>
            </a:r>
          </a:p>
          <a:p>
            <a:pPr marL="0" marR="0" lvl="0" indent="0" algn="l" defTabSz="914400" rtl="0" eaLnBrk="1" fontAlgn="auto" latinLnBrk="0" hangingPunct="1">
              <a:lnSpc>
                <a:spcPts val="391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799" dirty="0">
                <a:solidFill>
                  <a:srgbClr val="ECF1F5"/>
                </a:solidFill>
                <a:latin typeface="Radley"/>
                <a:ea typeface="Radley"/>
                <a:cs typeface="Radley"/>
                <a:sym typeface="Radley"/>
              </a:rPr>
              <a:t>JavaScript</a:t>
            </a:r>
            <a:endParaRPr kumimoji="0" lang="en-US" sz="2799" b="0" i="0" u="none" strike="noStrike" kern="1200" cap="none" spc="0" normalizeH="0" baseline="0" noProof="0" dirty="0">
              <a:ln>
                <a:noFill/>
              </a:ln>
              <a:solidFill>
                <a:srgbClr val="ECF1F5"/>
              </a:solidFill>
              <a:effectLst/>
              <a:uLnTx/>
              <a:uFillTx/>
              <a:latin typeface="Radley"/>
              <a:ea typeface="Radley"/>
              <a:cs typeface="Radley"/>
              <a:sym typeface="Radley"/>
            </a:endParaRPr>
          </a:p>
        </p:txBody>
      </p:sp>
      <p:sp>
        <p:nvSpPr>
          <p:cNvPr id="25" name="AutoShape 7">
            <a:extLst>
              <a:ext uri="{FF2B5EF4-FFF2-40B4-BE49-F238E27FC236}">
                <a16:creationId xmlns:a16="http://schemas.microsoft.com/office/drawing/2014/main" id="{93A6C29B-A648-8D25-E8BC-9EE00F6285B6}"/>
              </a:ext>
            </a:extLst>
          </p:cNvPr>
          <p:cNvSpPr/>
          <p:nvPr/>
        </p:nvSpPr>
        <p:spPr>
          <a:xfrm>
            <a:off x="533400" y="2079623"/>
            <a:ext cx="8153400" cy="15877"/>
          </a:xfrm>
          <a:prstGeom prst="line">
            <a:avLst/>
          </a:prstGeom>
          <a:ln w="25400" cap="flat">
            <a:solidFill>
              <a:srgbClr val="416186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809625"/>
            <a:ext cx="12944475" cy="920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999"/>
              </a:lnSpc>
            </a:pPr>
            <a:endParaRPr lang="en-US" sz="6999" dirty="0">
              <a:solidFill>
                <a:srgbClr val="ECF1F5"/>
              </a:solidFill>
              <a:latin typeface="Radley"/>
              <a:ea typeface="Radley"/>
              <a:cs typeface="Radley"/>
              <a:sym typeface="Radley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17202135" y="459202"/>
            <a:ext cx="2171730" cy="2205796"/>
            <a:chOff x="0" y="0"/>
            <a:chExt cx="812800" cy="825500"/>
          </a:xfrm>
        </p:grpSpPr>
        <p:sp>
          <p:nvSpPr>
            <p:cNvPr id="4" name="Freeform 4"/>
            <p:cNvSpPr/>
            <p:nvPr/>
          </p:nvSpPr>
          <p:spPr>
            <a:xfrm>
              <a:off x="1270" y="0"/>
              <a:ext cx="810260" cy="822960"/>
            </a:xfrm>
            <a:custGeom>
              <a:avLst/>
              <a:gdLst/>
              <a:ahLst/>
              <a:cxnLst/>
              <a:rect l="l" t="t" r="r" b="b"/>
              <a:pathLst>
                <a:path w="810260" h="822960">
                  <a:moveTo>
                    <a:pt x="405130" y="0"/>
                  </a:moveTo>
                  <a:lnTo>
                    <a:pt x="450850" y="151130"/>
                  </a:lnTo>
                  <a:lnTo>
                    <a:pt x="546100" y="25400"/>
                  </a:lnTo>
                  <a:lnTo>
                    <a:pt x="537210" y="181610"/>
                  </a:lnTo>
                  <a:lnTo>
                    <a:pt x="669290" y="96520"/>
                  </a:lnTo>
                  <a:lnTo>
                    <a:pt x="608330" y="241300"/>
                  </a:lnTo>
                  <a:lnTo>
                    <a:pt x="760730" y="205740"/>
                  </a:lnTo>
                  <a:lnTo>
                    <a:pt x="654050" y="321310"/>
                  </a:lnTo>
                  <a:lnTo>
                    <a:pt x="810260" y="340360"/>
                  </a:lnTo>
                  <a:lnTo>
                    <a:pt x="669290" y="411480"/>
                  </a:lnTo>
                  <a:lnTo>
                    <a:pt x="810260" y="482600"/>
                  </a:lnTo>
                  <a:lnTo>
                    <a:pt x="654050" y="501650"/>
                  </a:lnTo>
                  <a:lnTo>
                    <a:pt x="760730" y="617220"/>
                  </a:lnTo>
                  <a:lnTo>
                    <a:pt x="608330" y="581660"/>
                  </a:lnTo>
                  <a:lnTo>
                    <a:pt x="669290" y="726440"/>
                  </a:lnTo>
                  <a:lnTo>
                    <a:pt x="537210" y="640080"/>
                  </a:lnTo>
                  <a:lnTo>
                    <a:pt x="546100" y="797560"/>
                  </a:lnTo>
                  <a:lnTo>
                    <a:pt x="450850" y="671830"/>
                  </a:lnTo>
                  <a:lnTo>
                    <a:pt x="405130" y="822960"/>
                  </a:lnTo>
                  <a:lnTo>
                    <a:pt x="359410" y="671830"/>
                  </a:lnTo>
                  <a:lnTo>
                    <a:pt x="264160" y="797560"/>
                  </a:lnTo>
                  <a:lnTo>
                    <a:pt x="273050" y="640080"/>
                  </a:lnTo>
                  <a:lnTo>
                    <a:pt x="140970" y="726440"/>
                  </a:lnTo>
                  <a:lnTo>
                    <a:pt x="201930" y="581660"/>
                  </a:lnTo>
                  <a:lnTo>
                    <a:pt x="49530" y="617220"/>
                  </a:lnTo>
                  <a:lnTo>
                    <a:pt x="156210" y="501650"/>
                  </a:lnTo>
                  <a:lnTo>
                    <a:pt x="0" y="482600"/>
                  </a:lnTo>
                  <a:lnTo>
                    <a:pt x="140970" y="411480"/>
                  </a:lnTo>
                  <a:lnTo>
                    <a:pt x="0" y="340360"/>
                  </a:lnTo>
                  <a:lnTo>
                    <a:pt x="156210" y="321310"/>
                  </a:lnTo>
                  <a:lnTo>
                    <a:pt x="49530" y="205740"/>
                  </a:lnTo>
                  <a:lnTo>
                    <a:pt x="201930" y="241300"/>
                  </a:lnTo>
                  <a:lnTo>
                    <a:pt x="140970" y="96520"/>
                  </a:lnTo>
                  <a:lnTo>
                    <a:pt x="273050" y="181610"/>
                  </a:lnTo>
                  <a:lnTo>
                    <a:pt x="264160" y="25400"/>
                  </a:lnTo>
                  <a:lnTo>
                    <a:pt x="359410" y="151130"/>
                  </a:lnTo>
                  <a:close/>
                </a:path>
              </a:pathLst>
            </a:custGeom>
            <a:solidFill>
              <a:srgbClr val="416186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141746" y="112576"/>
              <a:ext cx="529308" cy="5593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AF573915-0A96-B76B-B95E-EE4E8EB207E7}"/>
              </a:ext>
            </a:extLst>
          </p:cNvPr>
          <p:cNvSpPr txBox="1"/>
          <p:nvPr/>
        </p:nvSpPr>
        <p:spPr>
          <a:xfrm>
            <a:off x="533400" y="631868"/>
            <a:ext cx="5181600" cy="20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784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0" b="0" i="0" u="none" strike="noStrike" kern="1200" cap="none" spc="0" normalizeH="0" baseline="0" noProof="0" dirty="0">
                <a:ln>
                  <a:noFill/>
                </a:ln>
                <a:solidFill>
                  <a:srgbClr val="ECF1F5"/>
                </a:solidFill>
                <a:effectLst/>
                <a:uLnTx/>
                <a:uFillTx/>
                <a:latin typeface="Radley"/>
                <a:ea typeface="Radley"/>
                <a:cs typeface="Radley"/>
                <a:sym typeface="Radley"/>
              </a:rPr>
              <a:t>Technology </a:t>
            </a:r>
            <a:r>
              <a:rPr lang="en-US" sz="7000" dirty="0">
                <a:solidFill>
                  <a:srgbClr val="ECF1F5"/>
                </a:solidFill>
                <a:latin typeface="Radley"/>
                <a:ea typeface="Radley"/>
                <a:cs typeface="Radley"/>
                <a:sym typeface="Radley"/>
              </a:rPr>
              <a:t>Architecture</a:t>
            </a:r>
            <a:endParaRPr kumimoji="0" lang="en-US" sz="7000" b="0" i="0" u="none" strike="noStrike" kern="1200" cap="none" spc="0" normalizeH="0" baseline="0" noProof="0" dirty="0">
              <a:ln>
                <a:noFill/>
              </a:ln>
              <a:solidFill>
                <a:srgbClr val="ECF1F5"/>
              </a:solidFill>
              <a:effectLst/>
              <a:uLnTx/>
              <a:uFillTx/>
              <a:latin typeface="Radley"/>
              <a:ea typeface="Radley"/>
              <a:cs typeface="Radley"/>
              <a:sym typeface="Radley"/>
            </a:endParaRPr>
          </a:p>
        </p:txBody>
      </p:sp>
      <p:sp>
        <p:nvSpPr>
          <p:cNvPr id="12" name="AutoShape 7">
            <a:extLst>
              <a:ext uri="{FF2B5EF4-FFF2-40B4-BE49-F238E27FC236}">
                <a16:creationId xmlns:a16="http://schemas.microsoft.com/office/drawing/2014/main" id="{846493E0-392E-8146-F67A-FC4E69ABEFBC}"/>
              </a:ext>
            </a:extLst>
          </p:cNvPr>
          <p:cNvSpPr/>
          <p:nvPr/>
        </p:nvSpPr>
        <p:spPr>
          <a:xfrm flipV="1">
            <a:off x="533400" y="2730647"/>
            <a:ext cx="5105400" cy="34777"/>
          </a:xfrm>
          <a:prstGeom prst="line">
            <a:avLst/>
          </a:prstGeom>
          <a:ln w="25400" cap="flat">
            <a:solidFill>
              <a:srgbClr val="41618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F9B3169-5CD5-7003-1891-850A8C6EAB4D}"/>
              </a:ext>
            </a:extLst>
          </p:cNvPr>
          <p:cNvSpPr txBox="1"/>
          <p:nvPr/>
        </p:nvSpPr>
        <p:spPr>
          <a:xfrm>
            <a:off x="685800" y="4066894"/>
            <a:ext cx="5105400" cy="46580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IN" sz="32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Flow</a:t>
            </a:r>
            <a:endParaRPr lang="en-IN" sz="3200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buNone/>
            </a:pPr>
            <a:r>
              <a:rPr lang="en-IN" sz="24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/ Admin</a:t>
            </a:r>
            <a:br>
              <a:rPr lang="en-IN" sz="24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Web Application (React)</a:t>
            </a:r>
            <a:br>
              <a:rPr lang="en-IN" sz="24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Backend API (Node.js &amp; Express)</a:t>
            </a:r>
            <a:br>
              <a:rPr lang="en-IN" sz="24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Database (MongoDB)</a:t>
            </a:r>
            <a:br>
              <a:rPr lang="en-IN" sz="24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Status Updates &amp; Resolution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ED367F6-A999-F99F-B535-7C1F167562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5989" y="1631950"/>
            <a:ext cx="11782425" cy="78549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666750" y="1003453"/>
            <a:ext cx="12058650" cy="10061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7840"/>
              </a:lnSpc>
              <a:spcBef>
                <a:spcPct val="0"/>
              </a:spcBef>
            </a:pPr>
            <a:r>
              <a:rPr lang="en-US" sz="7000" dirty="0">
                <a:solidFill>
                  <a:srgbClr val="ECF1F5"/>
                </a:solidFill>
                <a:latin typeface="Radley"/>
                <a:ea typeface="Radley"/>
                <a:cs typeface="Radley"/>
                <a:sym typeface="Radley"/>
              </a:rPr>
              <a:t>Implementation and Results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7131282" y="59341"/>
            <a:ext cx="2171730" cy="2205796"/>
            <a:chOff x="0" y="0"/>
            <a:chExt cx="812800" cy="825500"/>
          </a:xfrm>
        </p:grpSpPr>
        <p:sp>
          <p:nvSpPr>
            <p:cNvPr id="9" name="Freeform 9"/>
            <p:cNvSpPr/>
            <p:nvPr/>
          </p:nvSpPr>
          <p:spPr>
            <a:xfrm>
              <a:off x="1270" y="0"/>
              <a:ext cx="810260" cy="822960"/>
            </a:xfrm>
            <a:custGeom>
              <a:avLst/>
              <a:gdLst/>
              <a:ahLst/>
              <a:cxnLst/>
              <a:rect l="l" t="t" r="r" b="b"/>
              <a:pathLst>
                <a:path w="810260" h="822960">
                  <a:moveTo>
                    <a:pt x="405130" y="0"/>
                  </a:moveTo>
                  <a:lnTo>
                    <a:pt x="450850" y="151130"/>
                  </a:lnTo>
                  <a:lnTo>
                    <a:pt x="546100" y="25400"/>
                  </a:lnTo>
                  <a:lnTo>
                    <a:pt x="537210" y="181610"/>
                  </a:lnTo>
                  <a:lnTo>
                    <a:pt x="669290" y="96520"/>
                  </a:lnTo>
                  <a:lnTo>
                    <a:pt x="608330" y="241300"/>
                  </a:lnTo>
                  <a:lnTo>
                    <a:pt x="760730" y="205740"/>
                  </a:lnTo>
                  <a:lnTo>
                    <a:pt x="654050" y="321310"/>
                  </a:lnTo>
                  <a:lnTo>
                    <a:pt x="810260" y="340360"/>
                  </a:lnTo>
                  <a:lnTo>
                    <a:pt x="669290" y="411480"/>
                  </a:lnTo>
                  <a:lnTo>
                    <a:pt x="810260" y="482600"/>
                  </a:lnTo>
                  <a:lnTo>
                    <a:pt x="654050" y="501650"/>
                  </a:lnTo>
                  <a:lnTo>
                    <a:pt x="760730" y="617220"/>
                  </a:lnTo>
                  <a:lnTo>
                    <a:pt x="608330" y="581660"/>
                  </a:lnTo>
                  <a:lnTo>
                    <a:pt x="669290" y="726440"/>
                  </a:lnTo>
                  <a:lnTo>
                    <a:pt x="537210" y="640080"/>
                  </a:lnTo>
                  <a:lnTo>
                    <a:pt x="546100" y="797560"/>
                  </a:lnTo>
                  <a:lnTo>
                    <a:pt x="450850" y="671830"/>
                  </a:lnTo>
                  <a:lnTo>
                    <a:pt x="405130" y="822960"/>
                  </a:lnTo>
                  <a:lnTo>
                    <a:pt x="359410" y="671830"/>
                  </a:lnTo>
                  <a:lnTo>
                    <a:pt x="264160" y="797560"/>
                  </a:lnTo>
                  <a:lnTo>
                    <a:pt x="273050" y="640080"/>
                  </a:lnTo>
                  <a:lnTo>
                    <a:pt x="140970" y="726440"/>
                  </a:lnTo>
                  <a:lnTo>
                    <a:pt x="201930" y="581660"/>
                  </a:lnTo>
                  <a:lnTo>
                    <a:pt x="49530" y="617220"/>
                  </a:lnTo>
                  <a:lnTo>
                    <a:pt x="156210" y="501650"/>
                  </a:lnTo>
                  <a:lnTo>
                    <a:pt x="0" y="482600"/>
                  </a:lnTo>
                  <a:lnTo>
                    <a:pt x="140970" y="411480"/>
                  </a:lnTo>
                  <a:lnTo>
                    <a:pt x="0" y="340360"/>
                  </a:lnTo>
                  <a:lnTo>
                    <a:pt x="156210" y="321310"/>
                  </a:lnTo>
                  <a:lnTo>
                    <a:pt x="49530" y="205740"/>
                  </a:lnTo>
                  <a:lnTo>
                    <a:pt x="201930" y="241300"/>
                  </a:lnTo>
                  <a:lnTo>
                    <a:pt x="140970" y="96520"/>
                  </a:lnTo>
                  <a:lnTo>
                    <a:pt x="273050" y="181610"/>
                  </a:lnTo>
                  <a:lnTo>
                    <a:pt x="264160" y="25400"/>
                  </a:lnTo>
                  <a:lnTo>
                    <a:pt x="359410" y="151130"/>
                  </a:lnTo>
                  <a:close/>
                </a:path>
              </a:pathLst>
            </a:custGeom>
            <a:solidFill>
              <a:srgbClr val="416186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141746" y="112576"/>
              <a:ext cx="529308" cy="5593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2B341627-7913-EE78-E820-43B498456568}"/>
              </a:ext>
            </a:extLst>
          </p:cNvPr>
          <p:cNvSpPr txBox="1"/>
          <p:nvPr/>
        </p:nvSpPr>
        <p:spPr>
          <a:xfrm>
            <a:off x="838200" y="2171700"/>
            <a:ext cx="14325600" cy="7294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Implemented Features</a:t>
            </a:r>
          </a:p>
          <a:p>
            <a:pPr>
              <a:buNone/>
            </a:pPr>
            <a:endParaRPr lang="en-US" sz="3600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authentication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Issue submission module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Status tracking system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 resolution dashboard</a:t>
            </a:r>
          </a:p>
          <a:p>
            <a:endParaRPr lang="en-US" sz="3600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36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  <a:p>
            <a:pPr>
              <a:buNone/>
            </a:pPr>
            <a:endParaRPr lang="en-US" sz="3600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functional prototype </a:t>
            </a:r>
          </a:p>
          <a:p>
            <a:pPr>
              <a:buNone/>
            </a:pP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enabling </a:t>
            </a:r>
            <a:r>
              <a:rPr lang="en-US" sz="36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issue reporting and resolution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3" name="AutoShape 7">
            <a:extLst>
              <a:ext uri="{FF2B5EF4-FFF2-40B4-BE49-F238E27FC236}">
                <a16:creationId xmlns:a16="http://schemas.microsoft.com/office/drawing/2014/main" id="{8EFE1767-DD49-8629-77BD-74DCB6FC8E14}"/>
              </a:ext>
            </a:extLst>
          </p:cNvPr>
          <p:cNvSpPr/>
          <p:nvPr/>
        </p:nvSpPr>
        <p:spPr>
          <a:xfrm>
            <a:off x="533400" y="2019300"/>
            <a:ext cx="16207537" cy="0"/>
          </a:xfrm>
          <a:prstGeom prst="line">
            <a:avLst/>
          </a:prstGeom>
          <a:ln w="25400" cap="flat">
            <a:solidFill>
              <a:srgbClr val="416186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9BC9020-064B-A311-21E7-A4C8FBE283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0" y="2247900"/>
            <a:ext cx="7780503" cy="41333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012C6AA-68BA-766F-16F7-7613EE42F6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6515100"/>
            <a:ext cx="7521962" cy="368920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E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90600" y="809625"/>
            <a:ext cx="14020800" cy="9292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999"/>
              </a:lnSpc>
            </a:pPr>
            <a:r>
              <a:rPr lang="en-US" sz="6999" dirty="0">
                <a:solidFill>
                  <a:srgbClr val="ECF1F5"/>
                </a:solidFill>
                <a:latin typeface="Radley"/>
                <a:ea typeface="Radley"/>
                <a:cs typeface="Radley"/>
                <a:sym typeface="Radley"/>
              </a:rPr>
              <a:t>Conclusion and Future Scope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7202135" y="459202"/>
            <a:ext cx="2171730" cy="2205796"/>
            <a:chOff x="0" y="0"/>
            <a:chExt cx="812800" cy="825500"/>
          </a:xfrm>
        </p:grpSpPr>
        <p:sp>
          <p:nvSpPr>
            <p:cNvPr id="4" name="Freeform 4"/>
            <p:cNvSpPr/>
            <p:nvPr/>
          </p:nvSpPr>
          <p:spPr>
            <a:xfrm>
              <a:off x="1270" y="0"/>
              <a:ext cx="810260" cy="822960"/>
            </a:xfrm>
            <a:custGeom>
              <a:avLst/>
              <a:gdLst/>
              <a:ahLst/>
              <a:cxnLst/>
              <a:rect l="l" t="t" r="r" b="b"/>
              <a:pathLst>
                <a:path w="810260" h="822960">
                  <a:moveTo>
                    <a:pt x="405130" y="0"/>
                  </a:moveTo>
                  <a:lnTo>
                    <a:pt x="450850" y="151130"/>
                  </a:lnTo>
                  <a:lnTo>
                    <a:pt x="546100" y="25400"/>
                  </a:lnTo>
                  <a:lnTo>
                    <a:pt x="537210" y="181610"/>
                  </a:lnTo>
                  <a:lnTo>
                    <a:pt x="669290" y="96520"/>
                  </a:lnTo>
                  <a:lnTo>
                    <a:pt x="608330" y="241300"/>
                  </a:lnTo>
                  <a:lnTo>
                    <a:pt x="760730" y="205740"/>
                  </a:lnTo>
                  <a:lnTo>
                    <a:pt x="654050" y="321310"/>
                  </a:lnTo>
                  <a:lnTo>
                    <a:pt x="810260" y="340360"/>
                  </a:lnTo>
                  <a:lnTo>
                    <a:pt x="669290" y="411480"/>
                  </a:lnTo>
                  <a:lnTo>
                    <a:pt x="810260" y="482600"/>
                  </a:lnTo>
                  <a:lnTo>
                    <a:pt x="654050" y="501650"/>
                  </a:lnTo>
                  <a:lnTo>
                    <a:pt x="760730" y="617220"/>
                  </a:lnTo>
                  <a:lnTo>
                    <a:pt x="608330" y="581660"/>
                  </a:lnTo>
                  <a:lnTo>
                    <a:pt x="669290" y="726440"/>
                  </a:lnTo>
                  <a:lnTo>
                    <a:pt x="537210" y="640080"/>
                  </a:lnTo>
                  <a:lnTo>
                    <a:pt x="546100" y="797560"/>
                  </a:lnTo>
                  <a:lnTo>
                    <a:pt x="450850" y="671830"/>
                  </a:lnTo>
                  <a:lnTo>
                    <a:pt x="405130" y="822960"/>
                  </a:lnTo>
                  <a:lnTo>
                    <a:pt x="359410" y="671830"/>
                  </a:lnTo>
                  <a:lnTo>
                    <a:pt x="264160" y="797560"/>
                  </a:lnTo>
                  <a:lnTo>
                    <a:pt x="273050" y="640080"/>
                  </a:lnTo>
                  <a:lnTo>
                    <a:pt x="140970" y="726440"/>
                  </a:lnTo>
                  <a:lnTo>
                    <a:pt x="201930" y="581660"/>
                  </a:lnTo>
                  <a:lnTo>
                    <a:pt x="49530" y="617220"/>
                  </a:lnTo>
                  <a:lnTo>
                    <a:pt x="156210" y="501650"/>
                  </a:lnTo>
                  <a:lnTo>
                    <a:pt x="0" y="482600"/>
                  </a:lnTo>
                  <a:lnTo>
                    <a:pt x="140970" y="411480"/>
                  </a:lnTo>
                  <a:lnTo>
                    <a:pt x="0" y="340360"/>
                  </a:lnTo>
                  <a:lnTo>
                    <a:pt x="156210" y="321310"/>
                  </a:lnTo>
                  <a:lnTo>
                    <a:pt x="49530" y="205740"/>
                  </a:lnTo>
                  <a:lnTo>
                    <a:pt x="201930" y="241300"/>
                  </a:lnTo>
                  <a:lnTo>
                    <a:pt x="140970" y="96520"/>
                  </a:lnTo>
                  <a:lnTo>
                    <a:pt x="273050" y="181610"/>
                  </a:lnTo>
                  <a:lnTo>
                    <a:pt x="264160" y="25400"/>
                  </a:lnTo>
                  <a:lnTo>
                    <a:pt x="359410" y="151130"/>
                  </a:lnTo>
                  <a:close/>
                </a:path>
              </a:pathLst>
            </a:custGeom>
            <a:solidFill>
              <a:srgbClr val="416186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141746" y="112576"/>
              <a:ext cx="529308" cy="5593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7F693EFC-56B1-A35C-671B-D93BFFD03737}"/>
              </a:ext>
            </a:extLst>
          </p:cNvPr>
          <p:cNvSpPr txBox="1"/>
          <p:nvPr/>
        </p:nvSpPr>
        <p:spPr>
          <a:xfrm>
            <a:off x="609600" y="2313682"/>
            <a:ext cx="1666646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Rant-2-Resolve improves transparency, efficiency, and accountability in student issue management.</a:t>
            </a:r>
            <a:endParaRPr lang="en-US" sz="32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sz="3200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AutoShape 7">
            <a:extLst>
              <a:ext uri="{FF2B5EF4-FFF2-40B4-BE49-F238E27FC236}">
                <a16:creationId xmlns:a16="http://schemas.microsoft.com/office/drawing/2014/main" id="{DCEFB794-4310-0604-CC42-6281D5C6CAB4}"/>
              </a:ext>
            </a:extLst>
          </p:cNvPr>
          <p:cNvSpPr/>
          <p:nvPr/>
        </p:nvSpPr>
        <p:spPr>
          <a:xfrm>
            <a:off x="990600" y="2095500"/>
            <a:ext cx="16207537" cy="0"/>
          </a:xfrm>
          <a:prstGeom prst="line">
            <a:avLst/>
          </a:prstGeom>
          <a:ln w="25400" cap="flat">
            <a:solidFill>
              <a:srgbClr val="416186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8" name="Group 3">
            <a:extLst>
              <a:ext uri="{FF2B5EF4-FFF2-40B4-BE49-F238E27FC236}">
                <a16:creationId xmlns:a16="http://schemas.microsoft.com/office/drawing/2014/main" id="{3ED62852-4EBB-CF46-FC2C-0C3B805D5C39}"/>
              </a:ext>
            </a:extLst>
          </p:cNvPr>
          <p:cNvGrpSpPr/>
          <p:nvPr/>
        </p:nvGrpSpPr>
        <p:grpSpPr>
          <a:xfrm>
            <a:off x="666750" y="3352800"/>
            <a:ext cx="3476954" cy="1096125"/>
            <a:chOff x="0" y="0"/>
            <a:chExt cx="4635939" cy="1461500"/>
          </a:xfrm>
        </p:grpSpPr>
        <p:sp>
          <p:nvSpPr>
            <p:cNvPr id="29" name="TextBox 4">
              <a:extLst>
                <a:ext uri="{FF2B5EF4-FFF2-40B4-BE49-F238E27FC236}">
                  <a16:creationId xmlns:a16="http://schemas.microsoft.com/office/drawing/2014/main" id="{9D9383DE-05A5-26AE-E2F8-DFD5970AEA97}"/>
                </a:ext>
              </a:extLst>
            </p:cNvPr>
            <p:cNvSpPr txBox="1"/>
            <p:nvPr/>
          </p:nvSpPr>
          <p:spPr>
            <a:xfrm>
              <a:off x="0" y="-47625"/>
              <a:ext cx="4635939" cy="6016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70"/>
                </a:lnSpc>
                <a:spcBef>
                  <a:spcPct val="0"/>
                </a:spcBef>
              </a:pPr>
              <a:r>
                <a:rPr lang="en-US" sz="2764">
                  <a:solidFill>
                    <a:srgbClr val="ECF1F5"/>
                  </a:solidFill>
                  <a:latin typeface="Radley"/>
                  <a:ea typeface="Radley"/>
                  <a:cs typeface="Radley"/>
                  <a:sym typeface="Radley"/>
                </a:rPr>
                <a:t>File Uploads</a:t>
              </a:r>
            </a:p>
          </p:txBody>
        </p:sp>
        <p:sp>
          <p:nvSpPr>
            <p:cNvPr id="30" name="TextBox 5">
              <a:extLst>
                <a:ext uri="{FF2B5EF4-FFF2-40B4-BE49-F238E27FC236}">
                  <a16:creationId xmlns:a16="http://schemas.microsoft.com/office/drawing/2014/main" id="{D397DA7D-C3E4-F56A-2E8F-F57910B52C47}"/>
                </a:ext>
              </a:extLst>
            </p:cNvPr>
            <p:cNvSpPr txBox="1"/>
            <p:nvPr/>
          </p:nvSpPr>
          <p:spPr>
            <a:xfrm>
              <a:off x="0" y="528262"/>
              <a:ext cx="4635939" cy="9332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764"/>
                </a:lnSpc>
              </a:pPr>
              <a:r>
                <a:rPr lang="en-US" sz="1974" dirty="0">
                  <a:solidFill>
                    <a:srgbClr val="CBD9E8"/>
                  </a:solidFill>
                  <a:latin typeface="Carlito"/>
                  <a:ea typeface="Carlito"/>
                  <a:cs typeface="Carlito"/>
                  <a:sym typeface="Carlito"/>
                </a:rPr>
                <a:t>Allow users to attach documents easily</a:t>
              </a:r>
            </a:p>
          </p:txBody>
        </p:sp>
      </p:grpSp>
      <p:grpSp>
        <p:nvGrpSpPr>
          <p:cNvPr id="31" name="Group 6">
            <a:extLst>
              <a:ext uri="{FF2B5EF4-FFF2-40B4-BE49-F238E27FC236}">
                <a16:creationId xmlns:a16="http://schemas.microsoft.com/office/drawing/2014/main" id="{AB15ECF7-FC11-5001-1EAF-3CDEF1163122}"/>
              </a:ext>
            </a:extLst>
          </p:cNvPr>
          <p:cNvGrpSpPr/>
          <p:nvPr/>
        </p:nvGrpSpPr>
        <p:grpSpPr>
          <a:xfrm>
            <a:off x="9296400" y="3352800"/>
            <a:ext cx="3476954" cy="1153139"/>
            <a:chOff x="0" y="0"/>
            <a:chExt cx="4635939" cy="1537518"/>
          </a:xfrm>
        </p:grpSpPr>
        <p:sp>
          <p:nvSpPr>
            <p:cNvPr id="32" name="TextBox 7">
              <a:extLst>
                <a:ext uri="{FF2B5EF4-FFF2-40B4-BE49-F238E27FC236}">
                  <a16:creationId xmlns:a16="http://schemas.microsoft.com/office/drawing/2014/main" id="{431039E7-A10F-CB35-4B7F-2BA8A9F10ECA}"/>
                </a:ext>
              </a:extLst>
            </p:cNvPr>
            <p:cNvSpPr txBox="1"/>
            <p:nvPr/>
          </p:nvSpPr>
          <p:spPr>
            <a:xfrm>
              <a:off x="0" y="-47625"/>
              <a:ext cx="4635939" cy="6016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70"/>
                </a:lnSpc>
                <a:spcBef>
                  <a:spcPct val="0"/>
                </a:spcBef>
              </a:pPr>
              <a:r>
                <a:rPr lang="en-US" sz="2764">
                  <a:solidFill>
                    <a:srgbClr val="ECF1F5"/>
                  </a:solidFill>
                  <a:latin typeface="Radley"/>
                  <a:ea typeface="Radley"/>
                  <a:cs typeface="Radley"/>
                  <a:sym typeface="Radley"/>
                </a:rPr>
                <a:t>Mobile App</a:t>
              </a:r>
            </a:p>
          </p:txBody>
        </p:sp>
        <p:sp>
          <p:nvSpPr>
            <p:cNvPr id="33" name="TextBox 8">
              <a:extLst>
                <a:ext uri="{FF2B5EF4-FFF2-40B4-BE49-F238E27FC236}">
                  <a16:creationId xmlns:a16="http://schemas.microsoft.com/office/drawing/2014/main" id="{FAC8DBBD-AEAA-3DB3-FCB4-C624D9C92C72}"/>
                </a:ext>
              </a:extLst>
            </p:cNvPr>
            <p:cNvSpPr txBox="1"/>
            <p:nvPr/>
          </p:nvSpPr>
          <p:spPr>
            <a:xfrm>
              <a:off x="0" y="604280"/>
              <a:ext cx="4635939" cy="9332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764"/>
                </a:lnSpc>
                <a:spcBef>
                  <a:spcPct val="0"/>
                </a:spcBef>
              </a:pPr>
              <a:r>
                <a:rPr lang="en-US" sz="1974" u="none" strike="noStrike">
                  <a:solidFill>
                    <a:srgbClr val="CBD9E8"/>
                  </a:solidFill>
                  <a:latin typeface="Carlito"/>
                  <a:ea typeface="Carlito"/>
                  <a:cs typeface="Carlito"/>
                  <a:sym typeface="Carlito"/>
                </a:rPr>
                <a:t>Dedicated app for on-the-go access</a:t>
              </a:r>
            </a:p>
          </p:txBody>
        </p:sp>
      </p:grpSp>
      <p:grpSp>
        <p:nvGrpSpPr>
          <p:cNvPr id="34" name="Group 9">
            <a:extLst>
              <a:ext uri="{FF2B5EF4-FFF2-40B4-BE49-F238E27FC236}">
                <a16:creationId xmlns:a16="http://schemas.microsoft.com/office/drawing/2014/main" id="{078C8133-7A41-1A03-BADB-69CE987C4DF9}"/>
              </a:ext>
            </a:extLst>
          </p:cNvPr>
          <p:cNvGrpSpPr/>
          <p:nvPr/>
        </p:nvGrpSpPr>
        <p:grpSpPr>
          <a:xfrm>
            <a:off x="4981575" y="3352800"/>
            <a:ext cx="3407712" cy="1096125"/>
            <a:chOff x="0" y="0"/>
            <a:chExt cx="4543615" cy="1461500"/>
          </a:xfrm>
        </p:grpSpPr>
        <p:sp>
          <p:nvSpPr>
            <p:cNvPr id="35" name="TextBox 10">
              <a:extLst>
                <a:ext uri="{FF2B5EF4-FFF2-40B4-BE49-F238E27FC236}">
                  <a16:creationId xmlns:a16="http://schemas.microsoft.com/office/drawing/2014/main" id="{8E631C30-232E-BBAE-E5C9-344E6B1576E7}"/>
                </a:ext>
              </a:extLst>
            </p:cNvPr>
            <p:cNvSpPr txBox="1"/>
            <p:nvPr/>
          </p:nvSpPr>
          <p:spPr>
            <a:xfrm>
              <a:off x="0" y="-47625"/>
              <a:ext cx="4543615" cy="6016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70"/>
                </a:lnSpc>
                <a:spcBef>
                  <a:spcPct val="0"/>
                </a:spcBef>
              </a:pPr>
              <a:r>
                <a:rPr lang="en-US" sz="2764">
                  <a:solidFill>
                    <a:srgbClr val="ECF1F5"/>
                  </a:solidFill>
                  <a:latin typeface="Radley"/>
                  <a:ea typeface="Radley"/>
                  <a:cs typeface="Radley"/>
                  <a:sym typeface="Radley"/>
                </a:rPr>
                <a:t>Notifications</a:t>
              </a:r>
            </a:p>
          </p:txBody>
        </p:sp>
        <p:sp>
          <p:nvSpPr>
            <p:cNvPr id="36" name="TextBox 11">
              <a:extLst>
                <a:ext uri="{FF2B5EF4-FFF2-40B4-BE49-F238E27FC236}">
                  <a16:creationId xmlns:a16="http://schemas.microsoft.com/office/drawing/2014/main" id="{A0E964D8-DE50-BB6E-7B0A-06153AE6CC30}"/>
                </a:ext>
              </a:extLst>
            </p:cNvPr>
            <p:cNvSpPr txBox="1"/>
            <p:nvPr/>
          </p:nvSpPr>
          <p:spPr>
            <a:xfrm>
              <a:off x="0" y="528262"/>
              <a:ext cx="4543615" cy="9332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764"/>
                </a:lnSpc>
                <a:spcBef>
                  <a:spcPct val="0"/>
                </a:spcBef>
              </a:pPr>
              <a:r>
                <a:rPr lang="en-US" sz="1974" u="none" strike="noStrike">
                  <a:solidFill>
                    <a:srgbClr val="CBD9E8"/>
                  </a:solidFill>
                  <a:latin typeface="Carlito"/>
                  <a:ea typeface="Carlito"/>
                  <a:cs typeface="Carlito"/>
                  <a:sym typeface="Carlito"/>
                </a:rPr>
                <a:t>Instant updates via email and SMS alerts</a:t>
              </a:r>
            </a:p>
          </p:txBody>
        </p:sp>
      </p:grpSp>
      <p:grpSp>
        <p:nvGrpSpPr>
          <p:cNvPr id="37" name="Group 12">
            <a:extLst>
              <a:ext uri="{FF2B5EF4-FFF2-40B4-BE49-F238E27FC236}">
                <a16:creationId xmlns:a16="http://schemas.microsoft.com/office/drawing/2014/main" id="{F855CB96-52BA-B883-2C02-092BD728E8CA}"/>
              </a:ext>
            </a:extLst>
          </p:cNvPr>
          <p:cNvGrpSpPr/>
          <p:nvPr/>
        </p:nvGrpSpPr>
        <p:grpSpPr>
          <a:xfrm>
            <a:off x="9296400" y="4922520"/>
            <a:ext cx="4010025" cy="4697730"/>
            <a:chOff x="0" y="0"/>
            <a:chExt cx="1391532" cy="1630175"/>
          </a:xfrm>
        </p:grpSpPr>
        <p:sp>
          <p:nvSpPr>
            <p:cNvPr id="38" name="Freeform 13">
              <a:extLst>
                <a:ext uri="{FF2B5EF4-FFF2-40B4-BE49-F238E27FC236}">
                  <a16:creationId xmlns:a16="http://schemas.microsoft.com/office/drawing/2014/main" id="{550B0D9D-40F1-E110-CB9A-ABCC3A65DB98}"/>
                </a:ext>
              </a:extLst>
            </p:cNvPr>
            <p:cNvSpPr/>
            <p:nvPr/>
          </p:nvSpPr>
          <p:spPr>
            <a:xfrm>
              <a:off x="0" y="0"/>
              <a:ext cx="1391532" cy="1630175"/>
            </a:xfrm>
            <a:custGeom>
              <a:avLst/>
              <a:gdLst/>
              <a:ahLst/>
              <a:cxnLst/>
              <a:rect l="l" t="t" r="r" b="b"/>
              <a:pathLst>
                <a:path w="1391532" h="1630175">
                  <a:moveTo>
                    <a:pt x="0" y="0"/>
                  </a:moveTo>
                  <a:lnTo>
                    <a:pt x="1391532" y="0"/>
                  </a:lnTo>
                  <a:lnTo>
                    <a:pt x="1391532" y="1630175"/>
                  </a:lnTo>
                  <a:lnTo>
                    <a:pt x="0" y="1630175"/>
                  </a:lnTo>
                  <a:close/>
                </a:path>
              </a:pathLst>
            </a:custGeom>
            <a:blipFill>
              <a:blip r:embed="rId2"/>
              <a:stretch>
                <a:fillRect t="-138" b="-138"/>
              </a:stretch>
            </a:blipFill>
          </p:spPr>
        </p:sp>
      </p:grpSp>
      <p:grpSp>
        <p:nvGrpSpPr>
          <p:cNvPr id="39" name="Group 14">
            <a:extLst>
              <a:ext uri="{FF2B5EF4-FFF2-40B4-BE49-F238E27FC236}">
                <a16:creationId xmlns:a16="http://schemas.microsoft.com/office/drawing/2014/main" id="{65BA1C9B-99FE-4EE5-76FE-7085318D4931}"/>
              </a:ext>
            </a:extLst>
          </p:cNvPr>
          <p:cNvGrpSpPr/>
          <p:nvPr/>
        </p:nvGrpSpPr>
        <p:grpSpPr>
          <a:xfrm>
            <a:off x="4981575" y="4922520"/>
            <a:ext cx="4010025" cy="4697730"/>
            <a:chOff x="0" y="0"/>
            <a:chExt cx="1391532" cy="1630175"/>
          </a:xfrm>
        </p:grpSpPr>
        <p:sp>
          <p:nvSpPr>
            <p:cNvPr id="40" name="Freeform 15">
              <a:extLst>
                <a:ext uri="{FF2B5EF4-FFF2-40B4-BE49-F238E27FC236}">
                  <a16:creationId xmlns:a16="http://schemas.microsoft.com/office/drawing/2014/main" id="{17ECA989-57C8-590E-FC47-2ACFD5AE1C02}"/>
                </a:ext>
              </a:extLst>
            </p:cNvPr>
            <p:cNvSpPr/>
            <p:nvPr/>
          </p:nvSpPr>
          <p:spPr>
            <a:xfrm>
              <a:off x="0" y="0"/>
              <a:ext cx="1391532" cy="1630175"/>
            </a:xfrm>
            <a:custGeom>
              <a:avLst/>
              <a:gdLst/>
              <a:ahLst/>
              <a:cxnLst/>
              <a:rect l="l" t="t" r="r" b="b"/>
              <a:pathLst>
                <a:path w="1391532" h="1630175">
                  <a:moveTo>
                    <a:pt x="0" y="0"/>
                  </a:moveTo>
                  <a:lnTo>
                    <a:pt x="1391532" y="0"/>
                  </a:lnTo>
                  <a:lnTo>
                    <a:pt x="1391532" y="1630175"/>
                  </a:lnTo>
                  <a:lnTo>
                    <a:pt x="0" y="1630175"/>
                  </a:lnTo>
                  <a:close/>
                </a:path>
              </a:pathLst>
            </a:custGeom>
            <a:blipFill>
              <a:blip r:embed="rId3"/>
              <a:stretch>
                <a:fillRect t="-138" b="-138"/>
              </a:stretch>
            </a:blipFill>
          </p:spPr>
        </p:sp>
      </p:grpSp>
      <p:grpSp>
        <p:nvGrpSpPr>
          <p:cNvPr id="41" name="Group 16">
            <a:extLst>
              <a:ext uri="{FF2B5EF4-FFF2-40B4-BE49-F238E27FC236}">
                <a16:creationId xmlns:a16="http://schemas.microsoft.com/office/drawing/2014/main" id="{B9887182-1CB4-B802-5743-1194CB3BB13D}"/>
              </a:ext>
            </a:extLst>
          </p:cNvPr>
          <p:cNvGrpSpPr/>
          <p:nvPr/>
        </p:nvGrpSpPr>
        <p:grpSpPr>
          <a:xfrm>
            <a:off x="666750" y="4922520"/>
            <a:ext cx="4010025" cy="4697730"/>
            <a:chOff x="0" y="0"/>
            <a:chExt cx="879848" cy="1030739"/>
          </a:xfrm>
        </p:grpSpPr>
        <p:sp>
          <p:nvSpPr>
            <p:cNvPr id="42" name="Freeform 17">
              <a:extLst>
                <a:ext uri="{FF2B5EF4-FFF2-40B4-BE49-F238E27FC236}">
                  <a16:creationId xmlns:a16="http://schemas.microsoft.com/office/drawing/2014/main" id="{B9A14969-70A9-8EC5-0BD9-49A08206C1BB}"/>
                </a:ext>
              </a:extLst>
            </p:cNvPr>
            <p:cNvSpPr/>
            <p:nvPr/>
          </p:nvSpPr>
          <p:spPr>
            <a:xfrm>
              <a:off x="0" y="0"/>
              <a:ext cx="879848" cy="1030739"/>
            </a:xfrm>
            <a:custGeom>
              <a:avLst/>
              <a:gdLst/>
              <a:ahLst/>
              <a:cxnLst/>
              <a:rect l="l" t="t" r="r" b="b"/>
              <a:pathLst>
                <a:path w="879848" h="1030739">
                  <a:moveTo>
                    <a:pt x="0" y="0"/>
                  </a:moveTo>
                  <a:lnTo>
                    <a:pt x="879848" y="0"/>
                  </a:lnTo>
                  <a:lnTo>
                    <a:pt x="879848" y="1030739"/>
                  </a:lnTo>
                  <a:lnTo>
                    <a:pt x="0" y="1030739"/>
                  </a:lnTo>
                  <a:close/>
                </a:path>
              </a:pathLst>
            </a:custGeom>
            <a:blipFill>
              <a:blip r:embed="rId4"/>
              <a:stretch>
                <a:fillRect t="-138" b="-138"/>
              </a:stretch>
            </a:blipFill>
          </p:spPr>
        </p:sp>
      </p:grpSp>
      <p:grpSp>
        <p:nvGrpSpPr>
          <p:cNvPr id="43" name="Group 18">
            <a:extLst>
              <a:ext uri="{FF2B5EF4-FFF2-40B4-BE49-F238E27FC236}">
                <a16:creationId xmlns:a16="http://schemas.microsoft.com/office/drawing/2014/main" id="{163F53A4-DF87-E701-FAD9-0B298280FC3D}"/>
              </a:ext>
            </a:extLst>
          </p:cNvPr>
          <p:cNvGrpSpPr/>
          <p:nvPr/>
        </p:nvGrpSpPr>
        <p:grpSpPr>
          <a:xfrm>
            <a:off x="13611554" y="4922520"/>
            <a:ext cx="4010025" cy="4697730"/>
            <a:chOff x="0" y="0"/>
            <a:chExt cx="1391532" cy="1630175"/>
          </a:xfrm>
        </p:grpSpPr>
        <p:sp>
          <p:nvSpPr>
            <p:cNvPr id="44" name="Freeform 19">
              <a:extLst>
                <a:ext uri="{FF2B5EF4-FFF2-40B4-BE49-F238E27FC236}">
                  <a16:creationId xmlns:a16="http://schemas.microsoft.com/office/drawing/2014/main" id="{C95598C3-67C1-0B8C-A55C-80374391B72B}"/>
                </a:ext>
              </a:extLst>
            </p:cNvPr>
            <p:cNvSpPr/>
            <p:nvPr/>
          </p:nvSpPr>
          <p:spPr>
            <a:xfrm>
              <a:off x="0" y="0"/>
              <a:ext cx="1391532" cy="1630175"/>
            </a:xfrm>
            <a:custGeom>
              <a:avLst/>
              <a:gdLst/>
              <a:ahLst/>
              <a:cxnLst/>
              <a:rect l="l" t="t" r="r" b="b"/>
              <a:pathLst>
                <a:path w="1391532" h="1630175">
                  <a:moveTo>
                    <a:pt x="0" y="0"/>
                  </a:moveTo>
                  <a:lnTo>
                    <a:pt x="1391532" y="0"/>
                  </a:lnTo>
                  <a:lnTo>
                    <a:pt x="1391532" y="1630175"/>
                  </a:lnTo>
                  <a:lnTo>
                    <a:pt x="0" y="1630175"/>
                  </a:lnTo>
                  <a:close/>
                </a:path>
              </a:pathLst>
            </a:custGeom>
            <a:blipFill>
              <a:blip r:embed="rId5"/>
              <a:stretch>
                <a:fillRect t="-138" b="-138"/>
              </a:stretch>
            </a:blipFill>
          </p:spPr>
        </p:sp>
      </p:grpSp>
      <p:grpSp>
        <p:nvGrpSpPr>
          <p:cNvPr id="45" name="Group 20">
            <a:extLst>
              <a:ext uri="{FF2B5EF4-FFF2-40B4-BE49-F238E27FC236}">
                <a16:creationId xmlns:a16="http://schemas.microsoft.com/office/drawing/2014/main" id="{9EA143AD-5FAD-0EE3-EE7C-DF384DD3203F}"/>
              </a:ext>
            </a:extLst>
          </p:cNvPr>
          <p:cNvGrpSpPr/>
          <p:nvPr/>
        </p:nvGrpSpPr>
        <p:grpSpPr>
          <a:xfrm>
            <a:off x="13611554" y="3352800"/>
            <a:ext cx="3476954" cy="1153139"/>
            <a:chOff x="0" y="0"/>
            <a:chExt cx="4635939" cy="1537518"/>
          </a:xfrm>
        </p:grpSpPr>
        <p:sp>
          <p:nvSpPr>
            <p:cNvPr id="46" name="TextBox 21">
              <a:extLst>
                <a:ext uri="{FF2B5EF4-FFF2-40B4-BE49-F238E27FC236}">
                  <a16:creationId xmlns:a16="http://schemas.microsoft.com/office/drawing/2014/main" id="{91AC6C2F-1486-6CD0-E16A-B3F38B50F396}"/>
                </a:ext>
              </a:extLst>
            </p:cNvPr>
            <p:cNvSpPr txBox="1"/>
            <p:nvPr/>
          </p:nvSpPr>
          <p:spPr>
            <a:xfrm>
              <a:off x="0" y="-47625"/>
              <a:ext cx="4635939" cy="6016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70"/>
                </a:lnSpc>
                <a:spcBef>
                  <a:spcPct val="0"/>
                </a:spcBef>
              </a:pPr>
              <a:r>
                <a:rPr lang="en-US" sz="2764">
                  <a:solidFill>
                    <a:srgbClr val="ECF1F5"/>
                  </a:solidFill>
                  <a:latin typeface="Radley"/>
                  <a:ea typeface="Radley"/>
                  <a:cs typeface="Radley"/>
                  <a:sym typeface="Radley"/>
                </a:rPr>
                <a:t>Analytics</a:t>
              </a:r>
            </a:p>
          </p:txBody>
        </p:sp>
        <p:sp>
          <p:nvSpPr>
            <p:cNvPr id="47" name="TextBox 22">
              <a:extLst>
                <a:ext uri="{FF2B5EF4-FFF2-40B4-BE49-F238E27FC236}">
                  <a16:creationId xmlns:a16="http://schemas.microsoft.com/office/drawing/2014/main" id="{F2C4F7F4-A0C3-161E-0976-E080D3B06067}"/>
                </a:ext>
              </a:extLst>
            </p:cNvPr>
            <p:cNvSpPr txBox="1"/>
            <p:nvPr/>
          </p:nvSpPr>
          <p:spPr>
            <a:xfrm>
              <a:off x="0" y="604280"/>
              <a:ext cx="4635939" cy="9332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764"/>
                </a:lnSpc>
                <a:spcBef>
                  <a:spcPct val="0"/>
                </a:spcBef>
              </a:pPr>
              <a:r>
                <a:rPr lang="en-US" sz="1974" u="none" strike="noStrike">
                  <a:solidFill>
                    <a:srgbClr val="CBD9E8"/>
                  </a:solidFill>
                  <a:latin typeface="Carlito"/>
                  <a:ea typeface="Carlito"/>
                  <a:cs typeface="Carlito"/>
                  <a:sym typeface="Carlito"/>
                </a:rPr>
                <a:t>Dashboard for monitoring trends and insights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E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34688" y="2874968"/>
            <a:ext cx="6569683" cy="4414895"/>
            <a:chOff x="18" y="-76200"/>
            <a:chExt cx="8759577" cy="5886526"/>
          </a:xfrm>
        </p:grpSpPr>
        <p:sp>
          <p:nvSpPr>
            <p:cNvPr id="3" name="AutoShape 3"/>
            <p:cNvSpPr/>
            <p:nvPr/>
          </p:nvSpPr>
          <p:spPr>
            <a:xfrm flipV="1">
              <a:off x="18" y="4140192"/>
              <a:ext cx="8759543" cy="12700"/>
            </a:xfrm>
            <a:prstGeom prst="line">
              <a:avLst/>
            </a:prstGeom>
            <a:ln w="25400" cap="flat">
              <a:solidFill>
                <a:srgbClr val="416186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" name="AutoShape 4"/>
            <p:cNvSpPr/>
            <p:nvPr/>
          </p:nvSpPr>
          <p:spPr>
            <a:xfrm flipV="1">
              <a:off x="35" y="1748365"/>
              <a:ext cx="8759543" cy="12700"/>
            </a:xfrm>
            <a:prstGeom prst="line">
              <a:avLst/>
            </a:prstGeom>
            <a:ln w="25400" cap="flat">
              <a:solidFill>
                <a:srgbClr val="416186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52" y="-76200"/>
              <a:ext cx="8759543" cy="4783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CBD9E8"/>
                  </a:solidFill>
                  <a:latin typeface="Carlito"/>
                  <a:ea typeface="Carlito"/>
                  <a:cs typeface="Carlito"/>
                  <a:sym typeface="Carlito"/>
                </a:rPr>
                <a:t>WEBSITE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2" y="414865"/>
              <a:ext cx="8759543" cy="7091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199"/>
                </a:lnSpc>
              </a:pPr>
              <a:r>
                <a:rPr lang="en-US" sz="3499" dirty="0">
                  <a:solidFill>
                    <a:srgbClr val="ECF1F5"/>
                  </a:solidFill>
                  <a:latin typeface="Radley"/>
                  <a:ea typeface="Radley"/>
                  <a:cs typeface="Radley"/>
                  <a:sym typeface="Radley"/>
                </a:rPr>
                <a:t>www.rant2resolve.com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2" y="2317746"/>
              <a:ext cx="8759543" cy="4783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CBD9E8"/>
                  </a:solidFill>
                  <a:latin typeface="Carlito"/>
                  <a:ea typeface="Carlito"/>
                  <a:cs typeface="Carlito"/>
                  <a:sym typeface="Carlito"/>
                </a:rPr>
                <a:t>EMAIL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3" y="2808811"/>
              <a:ext cx="8759542" cy="7091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4199"/>
                </a:lnSpc>
                <a:spcBef>
                  <a:spcPct val="0"/>
                </a:spcBef>
              </a:pPr>
              <a:r>
                <a:rPr lang="en-US" sz="3499" dirty="0">
                  <a:solidFill>
                    <a:srgbClr val="ECF1F5"/>
                  </a:solidFill>
                  <a:latin typeface="Radley"/>
                  <a:ea typeface="Radley"/>
                  <a:cs typeface="Radley"/>
                  <a:sym typeface="Radley"/>
                </a:rPr>
                <a:t>rant2resolve </a:t>
              </a:r>
              <a:r>
                <a:rPr lang="en-US" sz="3499" u="none" strike="noStrike" dirty="0">
                  <a:solidFill>
                    <a:srgbClr val="ECF1F5"/>
                  </a:solidFill>
                  <a:latin typeface="Radley"/>
                  <a:ea typeface="Radley"/>
                  <a:cs typeface="Radley"/>
                  <a:sym typeface="Radley"/>
                </a:rPr>
                <a:t>@yahoo.com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2" y="4610092"/>
              <a:ext cx="8759543" cy="4783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CBD9E8"/>
                  </a:solidFill>
                  <a:latin typeface="Carlito"/>
                  <a:ea typeface="Carlito"/>
                  <a:cs typeface="Carlito"/>
                  <a:sym typeface="Carlito"/>
                </a:rPr>
                <a:t>PHONE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3" y="5101157"/>
              <a:ext cx="8759542" cy="7091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199"/>
                </a:lnSpc>
                <a:spcBef>
                  <a:spcPct val="0"/>
                </a:spcBef>
              </a:pPr>
              <a:r>
                <a:rPr lang="en-US" sz="3499" dirty="0">
                  <a:solidFill>
                    <a:srgbClr val="ECF1F5"/>
                  </a:solidFill>
                  <a:latin typeface="Radley"/>
                  <a:ea typeface="Radley"/>
                  <a:cs typeface="Radley"/>
                  <a:sym typeface="Radley"/>
                </a:rPr>
                <a:t>+91 7032901177</a:t>
              </a:r>
              <a:endParaRPr lang="en-US" sz="3499" u="none" strike="noStrike" dirty="0">
                <a:solidFill>
                  <a:srgbClr val="ECF1F5"/>
                </a:solidFill>
                <a:latin typeface="Radley"/>
                <a:ea typeface="Radley"/>
                <a:cs typeface="Radley"/>
                <a:sym typeface="Radley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66750" y="2963509"/>
            <a:ext cx="8324850" cy="3911919"/>
            <a:chOff x="0" y="0"/>
            <a:chExt cx="11099800" cy="5215892"/>
          </a:xfrm>
        </p:grpSpPr>
        <p:sp>
          <p:nvSpPr>
            <p:cNvPr id="12" name="TextBox 12"/>
            <p:cNvSpPr txBox="1"/>
            <p:nvPr/>
          </p:nvSpPr>
          <p:spPr>
            <a:xfrm>
              <a:off x="49111" y="1215813"/>
              <a:ext cx="11050689" cy="40000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840"/>
                </a:lnSpc>
              </a:pPr>
              <a:r>
                <a:rPr lang="en-US" sz="7000">
                  <a:solidFill>
                    <a:srgbClr val="ECF1F5"/>
                  </a:solidFill>
                  <a:latin typeface="Radley"/>
                  <a:ea typeface="Radley"/>
                  <a:cs typeface="Radley"/>
                  <a:sym typeface="Radley"/>
                </a:rPr>
                <a:t>Thank You for Your Attention and Questions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57150"/>
              <a:ext cx="11050689" cy="6455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00"/>
                </a:lnSpc>
              </a:pPr>
              <a:r>
                <a:rPr lang="en-US" sz="3500" i="1" u="none">
                  <a:solidFill>
                    <a:srgbClr val="ECF1F5"/>
                  </a:solidFill>
                  <a:latin typeface="Radley Italics"/>
                  <a:ea typeface="Radley Italics"/>
                  <a:cs typeface="Radley Italics"/>
                  <a:sym typeface="Radley Italics"/>
                </a:rPr>
                <a:t>Thank You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767</TotalTime>
  <Words>289</Words>
  <Application>Microsoft Office PowerPoint</Application>
  <PresentationFormat>Custom</PresentationFormat>
  <Paragraphs>73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Calibri</vt:lpstr>
      <vt:lpstr>Carlito</vt:lpstr>
      <vt:lpstr>Arial</vt:lpstr>
      <vt:lpstr>Times New Roman</vt:lpstr>
      <vt:lpstr>Wingdings</vt:lpstr>
      <vt:lpstr>Radley</vt:lpstr>
      <vt:lpstr>Radley Italics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RANT2RESOLVE</dc:title>
  <dc:description>Presentation - RANT2RESOLVE</dc:description>
  <cp:lastModifiedBy>NAGESH RAGOLU</cp:lastModifiedBy>
  <cp:revision>1</cp:revision>
  <dcterms:created xsi:type="dcterms:W3CDTF">2006-08-16T00:00:00Z</dcterms:created>
  <dcterms:modified xsi:type="dcterms:W3CDTF">2026-01-29T06:58:45Z</dcterms:modified>
  <dc:identifier>DAG_uXHCLnE</dc:identifier>
</cp:coreProperties>
</file>